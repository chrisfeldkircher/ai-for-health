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3" r:id="rId1"/>
    <p:sldMasterId id="2147483722" r:id="rId2"/>
    <p:sldMasterId id="2147483668" r:id="rId3"/>
    <p:sldMasterId id="2147483674" r:id="rId4"/>
    <p:sldMasterId id="2147483648" r:id="rId5"/>
    <p:sldMasterId id="2147483684" r:id="rId6"/>
    <p:sldMasterId id="2147483697" r:id="rId7"/>
  </p:sldMasterIdLst>
  <p:notesMasterIdLst>
    <p:notesMasterId r:id="rId35"/>
  </p:notesMasterIdLst>
  <p:handoutMasterIdLst>
    <p:handoutMasterId r:id="rId36"/>
  </p:handoutMasterIdLst>
  <p:sldIdLst>
    <p:sldId id="256" r:id="rId15"/>
    <p:sldId id="257" r:id="rId16"/>
    <p:sldId id="258" r:id="rId17"/>
    <p:sldId id="259" r:id="rId18"/>
    <p:sldId id="260" r:id="rId19"/>
    <p:sldId id="261" r:id="rId20"/>
    <p:sldId id="262" r:id="rId21"/>
  </p:sldIdLst>
  <p:sldSz cx="9144000" cy="5143500" type="screen16x9"/>
  <p:notesSz cx="9925050" cy="6665913"/>
  <p:defaultTextStyle>
    <a:defPPr>
      <a:defRPr lang="de-D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4" userDrawn="1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100">
          <p15:clr>
            <a:srgbClr val="A4A3A4"/>
          </p15:clr>
        </p15:guide>
        <p15:guide id="2" pos="3126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9999"/>
    <a:srgbClr val="98C6EA"/>
    <a:srgbClr val="0052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5CF61DF-608A-4863-8EEB-B13EAF41BFD5}" v="328" dt="2020-10-04T01:50:20.975"/>
  </p1510:revLst>
</p1510:revInfo>
</file>

<file path=ppt/tableStyles.xml><?xml version="1.0" encoding="utf-8"?>
<a:tblStyleLst xmlns:a="http://schemas.openxmlformats.org/drawingml/2006/main" def="{2D5ABB26-0587-4C30-8999-92F81FD0307C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3296810-A885-4BE3-A3E7-6D5BEEA58F35}" styleName="Mittlere Formatvorlage 2 - Akz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84E427A-3D55-4303-BF80-6455036E1DE7}" styleName="Designformatvorlage 1 - Akz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E269D01E-BC32-4049-B463-5C60D7B0CCD2}" styleName="Designformatvorlage 2 - Akz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ED083AE6-46FA-4A59-8FB0-9F97EB10719F}" styleName="Helle Formatvorlage 3 - Akz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17292A2E-F333-43FB-9621-5CBBE7FDCDCB}" styleName="Helle Formatvorlage 2 - Akz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D27102A9-8310-4765-A935-A1911B00CA55}" styleName="Helle Formatvorlage 1 - Akz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EC20E35-A176-4012-BC5E-935CFFF8708E}" styleName="Mittlere Formatvorlag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C4B1156A-380E-4F78-BDF5-A606A8083BF9}" styleName="Mittlere Formatvorlage 4 - Akz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74C1A8A3-306A-4EB7-A6B1-4F7E0EB9C5D6}" styleName="Mittlere Formatvorlage 3 - Akz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D7AC3CCA-C797-4891-BE02-D94E43425B78}" styleName="Mittlere Formatvorlag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Helle Formatvorlag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939" autoAdjust="0"/>
    <p:restoredTop sz="88272" autoAdjust="0"/>
  </p:normalViewPr>
  <p:slideViewPr>
    <p:cSldViewPr snapToGrid="0">
      <p:cViewPr varScale="1">
        <p:scale>
          <a:sx n="58" d="100"/>
          <a:sy n="58" d="100"/>
        </p:scale>
        <p:origin x="62" y="62"/>
      </p:cViewPr>
      <p:guideLst>
        <p:guide orient="horz" pos="2164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31" d="100"/>
          <a:sy n="131" d="100"/>
        </p:scale>
        <p:origin x="-810" y="-96"/>
      </p:cViewPr>
      <p:guideLst>
        <p:guide orient="horz" pos="2100"/>
        <p:guide pos="3126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35" Type="http://schemas.openxmlformats.org/officeDocument/2006/relationships/notesMaster" Target="notesMasters/notesMaster1.xml"/><Relationship Id="rId36" Type="http://schemas.openxmlformats.org/officeDocument/2006/relationships/handoutMaster" Target="handoutMasters/handout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Relationship Id="rId41" Type="http://schemas.microsoft.com/office/2015/10/relationships/revisionInfo" Target="revisionInfo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9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4300855" cy="333296"/>
          </a:xfrm>
          <a:prstGeom prst="rect">
            <a:avLst/>
          </a:prstGeom>
        </p:spPr>
        <p:txBody>
          <a:bodyPr vert="horz" lIns="90708" tIns="45354" rIns="90708" bIns="45354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endParaRPr lang="en-GB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5621901" y="0"/>
            <a:ext cx="4300855" cy="333296"/>
          </a:xfrm>
          <a:prstGeom prst="rect">
            <a:avLst/>
          </a:prstGeom>
        </p:spPr>
        <p:txBody>
          <a:bodyPr vert="horz" lIns="90708" tIns="45354" rIns="90708" bIns="45354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fld id="{20751376-2EB8-4403-B858-305A8AAA6B01}" type="datetimeFigureOut">
              <a:rPr lang="en-GB"/>
              <a:pPr>
                <a:defRPr/>
              </a:pPr>
              <a:t>26/10/2022</a:t>
            </a:fld>
            <a:endParaRPr lang="en-GB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2" y="6331460"/>
            <a:ext cx="4300855" cy="333296"/>
          </a:xfrm>
          <a:prstGeom prst="rect">
            <a:avLst/>
          </a:prstGeom>
        </p:spPr>
        <p:txBody>
          <a:bodyPr vert="horz" lIns="90708" tIns="45354" rIns="90708" bIns="45354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5621901" y="6331460"/>
            <a:ext cx="4300855" cy="333296"/>
          </a:xfrm>
          <a:prstGeom prst="rect">
            <a:avLst/>
          </a:prstGeom>
        </p:spPr>
        <p:txBody>
          <a:bodyPr vert="horz" lIns="90708" tIns="45354" rIns="90708" bIns="45354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fld id="{62C15F7A-46C6-4AD2-BFEC-842DCCCC19C4}" type="slidenum">
              <a:rPr lang="en-GB"/>
              <a:pPr>
                <a:defRPr/>
              </a:pPr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909573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8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4300855" cy="333296"/>
          </a:xfrm>
          <a:prstGeom prst="rect">
            <a:avLst/>
          </a:prstGeom>
        </p:spPr>
        <p:txBody>
          <a:bodyPr vert="horz" lIns="90708" tIns="45354" rIns="90708" bIns="45354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5621901" y="0"/>
            <a:ext cx="4300855" cy="333296"/>
          </a:xfrm>
          <a:prstGeom prst="rect">
            <a:avLst/>
          </a:prstGeom>
        </p:spPr>
        <p:txBody>
          <a:bodyPr vert="horz" lIns="90708" tIns="45354" rIns="90708" bIns="45354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89C46BC9-2C9E-4670-A85A-6A588BA2D405}" type="datetimeFigureOut">
              <a:rPr lang="en-GB"/>
              <a:pPr>
                <a:defRPr/>
              </a:pPr>
              <a:t>26/10/2022</a:t>
            </a:fld>
            <a:endParaRPr lang="en-GB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2740025" y="500063"/>
            <a:ext cx="4445000" cy="25003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708" tIns="45354" rIns="90708" bIns="45354" rtlCol="0" anchor="ctr"/>
          <a:lstStyle/>
          <a:p>
            <a:pPr lvl="0"/>
            <a:endParaRPr lang="en-GB" noProof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992506" y="3166309"/>
            <a:ext cx="7940040" cy="2999661"/>
          </a:xfrm>
          <a:prstGeom prst="rect">
            <a:avLst/>
          </a:prstGeom>
        </p:spPr>
        <p:txBody>
          <a:bodyPr vert="horz" wrap="square" lIns="90708" tIns="45354" rIns="90708" bIns="45354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GB" dirty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2" y="6331460"/>
            <a:ext cx="4300855" cy="333296"/>
          </a:xfrm>
          <a:prstGeom prst="rect">
            <a:avLst/>
          </a:prstGeom>
        </p:spPr>
        <p:txBody>
          <a:bodyPr vert="horz" lIns="90708" tIns="45354" rIns="90708" bIns="45354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5621901" y="6331460"/>
            <a:ext cx="4300855" cy="333296"/>
          </a:xfrm>
          <a:prstGeom prst="rect">
            <a:avLst/>
          </a:prstGeom>
        </p:spPr>
        <p:txBody>
          <a:bodyPr vert="horz" lIns="90708" tIns="45354" rIns="90708" bIns="45354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00AFC6D0-44D5-4EB7-828F-6F464F83D79A}" type="slidenum">
              <a:rPr lang="en-GB"/>
              <a:pPr>
                <a:defRPr/>
              </a:pPr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799730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1pPr>
    <a:lvl2pPr marL="182563" indent="-182563" algn="l" rtl="0" fontAlgn="base">
      <a:spcBef>
        <a:spcPct val="30000"/>
      </a:spcBef>
      <a:spcAft>
        <a:spcPct val="0"/>
      </a:spcAft>
      <a:buFont typeface="Arial" charset="0"/>
      <a:buChar char="•"/>
      <a:defRPr sz="1200" kern="1200">
        <a:solidFill>
          <a:schemeClr val="tx1"/>
        </a:solidFill>
        <a:latin typeface="+mn-lt"/>
        <a:ea typeface="+mn-ea"/>
        <a:cs typeface="Arial" charset="0"/>
      </a:defRPr>
    </a:lvl2pPr>
    <a:lvl3pPr marL="355600" indent="-173038" algn="l" rtl="0" fontAlgn="base">
      <a:spcBef>
        <a:spcPct val="30000"/>
      </a:spcBef>
      <a:spcAft>
        <a:spcPct val="0"/>
      </a:spcAft>
      <a:buFont typeface="Symbol" pitchFamily="18" charset="2"/>
      <a:buChar char="-"/>
      <a:defRPr sz="1200" kern="1200">
        <a:solidFill>
          <a:schemeClr val="tx1"/>
        </a:solidFill>
        <a:latin typeface="+mn-lt"/>
        <a:ea typeface="+mn-ea"/>
        <a:cs typeface="Arial" charset="0"/>
      </a:defRPr>
    </a:lvl3pPr>
    <a:lvl4pPr marL="538163" indent="-182563" algn="l" rtl="0" fontAlgn="base">
      <a:spcBef>
        <a:spcPct val="30000"/>
      </a:spcBef>
      <a:spcAft>
        <a:spcPct val="0"/>
      </a:spcAft>
      <a:buFont typeface="Courier New" pitchFamily="49" charset="0"/>
      <a:buChar char="o"/>
      <a:defRPr sz="1200" kern="1200">
        <a:solidFill>
          <a:schemeClr val="tx1"/>
        </a:solidFill>
        <a:latin typeface="+mn-lt"/>
        <a:ea typeface="+mn-ea"/>
        <a:cs typeface="Arial" charset="0"/>
      </a:defRPr>
    </a:lvl4pPr>
    <a:lvl5pPr marL="720725" indent="-182563" algn="l" rtl="0" fontAlgn="base">
      <a:spcBef>
        <a:spcPct val="30000"/>
      </a:spcBef>
      <a:spcAft>
        <a:spcPct val="0"/>
      </a:spcAft>
      <a:buFont typeface="Wingdings" pitchFamily="2" charset="2"/>
      <a:buChar char="§"/>
      <a:defRPr sz="1200" kern="1200">
        <a:solidFill>
          <a:schemeClr val="tx1"/>
        </a:solidFill>
        <a:latin typeface="+mn-lt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headline number and frame the talk. We submitted the locked multi-K system to the ComParE 2017 URTIC Cold leaderboard; it scored UAR 0.6205 -- well below our shadow-mean. The next three minutes are about WHY, and what we change for the end-of-semester second submission.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Hidden-test confusion matrix. We called COLD on 4124 out of 9551 utterances -- 43.2 percent. The true rate is 9.4 percent. UAR landed at 0.6205. Our internal validation -- the shadow-mean over ten alternative speaker-disjoint partitions -- was 0.6940 plus minus 0.0157. So we are about five times our own uncertainty estimate below where we expected to be. We audited the pipeline five ways: checkpoints, betas, features, threshold derivation, submission CSV -- all bit-faithful. So this isn't a bug. The question for the next two minutes: what kind of failure is this?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the test multi-K ensemble logit distribution. The red dashed line is where we locked tau -- minus 1.625, tuned on one 10 percent stratified-grouped train holdout. The green line is where tau would need to be to make our predicted cold-rate match the published 9.4 percent prior: PLUS 7.09. That's a gap of 8.7 logit units. The model still ranks cold above non-cold -- UAR is above chance -- but the operating point is in the wrong place by close to an order of magnitude. The ranker survived; the threshold did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system we shipped. Frozen WavLM-Large, audit-derived layer-weighted A2.5 head trained with 5 seeds, K1 and K2 late fusion with the gain-invariant G4 and the modulation-spectrogram G5 handcrafted feature groups, 5-seed mean-logit ensemble, and finally tau equal to minus 1.625. Everything to the LEFT of the threshold box is shadow-validated and byte-identical to the paper headline. Everything FAILS at that final red box. The threshold was tuned on a single 10-percent train holdout and on hidden test the logits sit shifted, producing a 34-percentage-point over-prediction of cold.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candidate failure modes, ranked by posterior probability after an adversarial critic forced us to de-conflate them. Calibration / scale drift sits at 0.42 -- the operating-point story you just saw. Speaker confound at 0.24, because our negative-control set already showed that representation-level speaker debiasing fails under the frozen-backbone constraint. Feature-distribution shift at 0.22, credible but we have never actually measured it on disk. The bottom two -- single-split tau variance and ensemble degradation -- are essentially noise: the shadow-sigma is too small and the shadow protocol itself already ensembles robustly.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second submission. The locked pipeline stays byte-identical -- same WavLM, same A2.5 head, same betas, same checkpoints. What we replace is the final block: a single tau becomes SCOP. Move one: a Bayes prior-correction toward the published 9.4 percent cold prior. That's a CONSTANT, not a tuned hyperparameter. Move two: a calibrator -- Platt, isotonic, or quantile-match -- fit on ten speaker-disjoint shadow folds, selected by leave-one-partition-out with a stability gate. The acceptance rule is pre-registered in shadow units only: mean shadow UAR lift at least plus 0.015, and no fold loses more than 0.005. The hidden-test labels we now have are used ONLY for the post-mortem confusion matrix you saw on slide 2 -- never to choose tau or the calibrator family.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close. We've split what looked like one big calibration-drift mode into four shadow-testable sub-modes. SCOP attacks the dominant one with a single new degree of freedom. The frozen backbone and locked betas mean the paper's M1 through M19 ablations stand untouched. A label-free feature-shift audit -- TTA-Z -- runs in parallel as a hedge. The lesson is the framing: once a five-check audit rules out bugs, the failure signature itself becomes the diagnosis.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el 1"/>
          <p:cNvSpPr>
            <a:spLocks noGrp="1"/>
          </p:cNvSpPr>
          <p:nvPr>
            <p:ph type="title" hasCustomPrompt="1"/>
          </p:nvPr>
        </p:nvSpPr>
        <p:spPr>
          <a:xfrm>
            <a:off x="319090" y="972000"/>
            <a:ext cx="8508999" cy="38338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ts val="3200"/>
              </a:lnSpc>
              <a:defRPr lang="de-DE" sz="2500" noProof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Titel der Präsentation durch Klicken bearbeiten</a:t>
            </a:r>
          </a:p>
        </p:txBody>
      </p:sp>
      <p:sp>
        <p:nvSpPr>
          <p:cNvPr id="16" name="Inhaltsplatzhalter 2"/>
          <p:cNvSpPr>
            <a:spLocks noGrp="1"/>
          </p:cNvSpPr>
          <p:nvPr>
            <p:ph idx="10" hasCustomPrompt="1"/>
          </p:nvPr>
        </p:nvSpPr>
        <p:spPr>
          <a:xfrm>
            <a:off x="319088" y="1484040"/>
            <a:ext cx="8508999" cy="9555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50000"/>
              </a:lnSpc>
              <a:defRPr lang="de-DE" sz="1400" baseline="0" noProof="0" dirty="0" smtClean="0"/>
            </a:lvl1pPr>
            <a:lvl2pPr>
              <a:defRPr lang="de-DE" noProof="0" dirty="0" smtClean="0"/>
            </a:lvl2pPr>
          </a:lstStyle>
          <a:p>
            <a:pPr lvl="0"/>
            <a:r>
              <a:rPr lang="de-DE" noProof="0" dirty="0"/>
              <a:t>Referent</a:t>
            </a:r>
            <a:br>
              <a:rPr lang="de-DE" noProof="0" dirty="0"/>
            </a:br>
            <a:r>
              <a:rPr lang="de-DE" noProof="0" dirty="0"/>
              <a:t>Ort, Datum (Schreibweise: 01. Oktober 2022)</a:t>
            </a:r>
          </a:p>
        </p:txBody>
      </p:sp>
      <p:sp>
        <p:nvSpPr>
          <p:cNvPr id="14" name="Rechteck 13"/>
          <p:cNvSpPr/>
          <p:nvPr userDrawn="1"/>
        </p:nvSpPr>
        <p:spPr bwMode="auto">
          <a:xfrm>
            <a:off x="8347635" y="4806203"/>
            <a:ext cx="575236" cy="268941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sz="2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8CB1E-F828-4F11-99E0-327109AF9DA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18550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t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ild 4" descr="TUM_Glockenturm.tif">
            <a:extLst>
              <a:ext uri="{FF2B5EF4-FFF2-40B4-BE49-F238E27FC236}">
                <a16:creationId xmlns:a16="http://schemas.microsoft.com/office/drawing/2014/main" id="{3DC659F7-0024-9FCB-D753-C693EDA7779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975215" y="1476375"/>
            <a:ext cx="3819542" cy="3333750"/>
          </a:xfrm>
          <a:prstGeom prst="rect">
            <a:avLst/>
          </a:prstGeom>
        </p:spPr>
      </p:pic>
      <p:sp>
        <p:nvSpPr>
          <p:cNvPr id="12" name="Titel 1"/>
          <p:cNvSpPr>
            <a:spLocks noGrp="1"/>
          </p:cNvSpPr>
          <p:nvPr>
            <p:ph type="title" hasCustomPrompt="1"/>
          </p:nvPr>
        </p:nvSpPr>
        <p:spPr>
          <a:xfrm>
            <a:off x="319090" y="972000"/>
            <a:ext cx="8508999" cy="38338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ts val="3200"/>
              </a:lnSpc>
              <a:defRPr lang="de-DE" sz="2500" noProof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Titel der Präsentation durch Klicken bearbeiten</a:t>
            </a:r>
          </a:p>
        </p:txBody>
      </p:sp>
      <p:sp>
        <p:nvSpPr>
          <p:cNvPr id="16" name="Inhaltsplatzhalter 2"/>
          <p:cNvSpPr>
            <a:spLocks noGrp="1"/>
          </p:cNvSpPr>
          <p:nvPr>
            <p:ph idx="10" hasCustomPrompt="1"/>
          </p:nvPr>
        </p:nvSpPr>
        <p:spPr>
          <a:xfrm>
            <a:off x="319088" y="1484040"/>
            <a:ext cx="8508999" cy="9555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50000"/>
              </a:lnSpc>
              <a:defRPr lang="de-DE" sz="1400" baseline="0" noProof="0" dirty="0" smtClean="0"/>
            </a:lvl1pPr>
            <a:lvl2pPr>
              <a:defRPr lang="de-DE" noProof="0" dirty="0" smtClean="0"/>
            </a:lvl2pPr>
          </a:lstStyle>
          <a:p>
            <a:pPr lvl="0"/>
            <a:r>
              <a:rPr lang="de-DE" noProof="0" dirty="0"/>
              <a:t>Referent</a:t>
            </a:r>
            <a:br>
              <a:rPr lang="de-DE" noProof="0" dirty="0"/>
            </a:br>
            <a:r>
              <a:rPr lang="de-DE" noProof="0" dirty="0"/>
              <a:t>Ort, Datum (Schreibweise: 01. Oktober 2022)</a:t>
            </a:r>
          </a:p>
        </p:txBody>
      </p:sp>
      <p:sp>
        <p:nvSpPr>
          <p:cNvPr id="14" name="Rechteck 13"/>
          <p:cNvSpPr/>
          <p:nvPr userDrawn="1"/>
        </p:nvSpPr>
        <p:spPr bwMode="auto">
          <a:xfrm>
            <a:off x="8347635" y="4806203"/>
            <a:ext cx="575236" cy="268941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sz="2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8CB1E-F828-4F11-99E0-327109AF9DA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818302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238583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el 1"/>
          <p:cNvSpPr>
            <a:spLocks noGrp="1"/>
          </p:cNvSpPr>
          <p:nvPr>
            <p:ph type="title" hasCustomPrompt="1"/>
          </p:nvPr>
        </p:nvSpPr>
        <p:spPr>
          <a:xfrm>
            <a:off x="319090" y="972000"/>
            <a:ext cx="8508999" cy="376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ts val="3200"/>
              </a:lnSpc>
              <a:defRPr lang="de-DE" sz="2500" noProof="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noProof="0" dirty="0"/>
              <a:t>Titel der Präsentation durch Klicken bearbeiten</a:t>
            </a:r>
          </a:p>
        </p:txBody>
      </p:sp>
      <p:sp>
        <p:nvSpPr>
          <p:cNvPr id="16" name="Inhaltsplatzhalter 2"/>
          <p:cNvSpPr>
            <a:spLocks noGrp="1"/>
          </p:cNvSpPr>
          <p:nvPr>
            <p:ph idx="10" hasCustomPrompt="1"/>
          </p:nvPr>
        </p:nvSpPr>
        <p:spPr>
          <a:xfrm>
            <a:off x="319088" y="1484040"/>
            <a:ext cx="8508999" cy="9555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50000"/>
              </a:lnSpc>
              <a:defRPr lang="de-DE" sz="1400" baseline="0" noProof="0" dirty="0" smtClean="0">
                <a:solidFill>
                  <a:schemeClr val="bg1"/>
                </a:solidFill>
              </a:defRPr>
            </a:lvl1pPr>
            <a:lvl2pPr>
              <a:defRPr lang="de-DE" noProof="0" dirty="0" smtClean="0"/>
            </a:lvl2pPr>
          </a:lstStyle>
          <a:p>
            <a:pPr lvl="0"/>
            <a:r>
              <a:rPr lang="de-DE" noProof="0" dirty="0"/>
              <a:t>Referent</a:t>
            </a:r>
            <a:br>
              <a:rPr lang="de-DE" noProof="0" dirty="0"/>
            </a:br>
            <a:r>
              <a:rPr lang="de-DE" noProof="0" dirty="0"/>
              <a:t>Ort, Datum (Schreibweise: 01. Oktober 2022)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E58CB1E-F828-4F11-99E0-327109AF9DA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18550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t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el 1"/>
          <p:cNvSpPr>
            <a:spLocks noGrp="1"/>
          </p:cNvSpPr>
          <p:nvPr>
            <p:ph type="title" hasCustomPrompt="1"/>
          </p:nvPr>
        </p:nvSpPr>
        <p:spPr>
          <a:xfrm>
            <a:off x="319090" y="972000"/>
            <a:ext cx="8508999" cy="376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ts val="3200"/>
              </a:lnSpc>
              <a:defRPr lang="de-DE" sz="2500" noProof="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noProof="0" dirty="0"/>
              <a:t>Titel der Präsentation durch Klicken bearbeiten</a:t>
            </a:r>
          </a:p>
        </p:txBody>
      </p:sp>
      <p:sp>
        <p:nvSpPr>
          <p:cNvPr id="16" name="Inhaltsplatzhalter 2"/>
          <p:cNvSpPr>
            <a:spLocks noGrp="1"/>
          </p:cNvSpPr>
          <p:nvPr>
            <p:ph idx="10" hasCustomPrompt="1"/>
          </p:nvPr>
        </p:nvSpPr>
        <p:spPr>
          <a:xfrm>
            <a:off x="319088" y="1484040"/>
            <a:ext cx="8508999" cy="9555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50000"/>
              </a:lnSpc>
              <a:defRPr lang="de-DE" sz="1400" baseline="0" noProof="0" dirty="0" smtClean="0">
                <a:solidFill>
                  <a:schemeClr val="bg1"/>
                </a:solidFill>
              </a:defRPr>
            </a:lvl1pPr>
            <a:lvl2pPr>
              <a:defRPr lang="de-DE" noProof="0" dirty="0" smtClean="0"/>
            </a:lvl2pPr>
          </a:lstStyle>
          <a:p>
            <a:pPr lvl="0"/>
            <a:r>
              <a:rPr lang="de-DE" noProof="0" dirty="0"/>
              <a:t>Referent</a:t>
            </a:r>
            <a:br>
              <a:rPr lang="de-DE" noProof="0" dirty="0"/>
            </a:br>
            <a:r>
              <a:rPr lang="de-DE" noProof="0" dirty="0"/>
              <a:t>Ort, Datum (Schreibweise: 01. Oktober 2022)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E58CB1E-F828-4F11-99E0-327109AF9DA4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2" name="Textfeld 10">
            <a:extLst>
              <a:ext uri="{FF2B5EF4-FFF2-40B4-BE49-F238E27FC236}">
                <a16:creationId xmlns:a16="http://schemas.microsoft.com/office/drawing/2014/main" id="{154976A3-D458-EBF9-B242-F3440F1111AF}"/>
              </a:ext>
            </a:extLst>
          </p:cNvPr>
          <p:cNvSpPr txBox="1"/>
          <p:nvPr userDrawn="1"/>
        </p:nvSpPr>
        <p:spPr>
          <a:xfrm>
            <a:off x="319506" y="321468"/>
            <a:ext cx="7160425" cy="34624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ts val="900"/>
              </a:lnSpc>
            </a:pPr>
            <a:r>
              <a:rPr lang="en-US" sz="800" dirty="0">
                <a:solidFill>
                  <a:schemeClr val="bg1"/>
                </a:solidFill>
                <a:latin typeface="+mn-lt"/>
              </a:rPr>
              <a:t>Chair of High-Power Converter Systems</a:t>
            </a:r>
            <a:endParaRPr lang="de-DE" sz="800" kern="1200" dirty="0">
              <a:solidFill>
                <a:schemeClr val="bg1"/>
              </a:solidFill>
              <a:latin typeface="+mn-lt"/>
              <a:ea typeface="+mn-ea"/>
              <a:cs typeface="Arial" charset="0"/>
            </a:endParaRPr>
          </a:p>
          <a:p>
            <a:pPr>
              <a:lnSpc>
                <a:spcPts val="900"/>
              </a:lnSpc>
            </a:pPr>
            <a:r>
              <a:rPr lang="en-US" sz="800" kern="1200" dirty="0">
                <a:solidFill>
                  <a:schemeClr val="bg1"/>
                </a:solidFill>
                <a:latin typeface="+mn-lt"/>
                <a:ea typeface="+mn-ea"/>
                <a:cs typeface="Arial" charset="0"/>
              </a:rPr>
              <a:t>TUM School of Engineering and Design</a:t>
            </a:r>
            <a:endParaRPr lang="de-DE" sz="800" kern="1200" dirty="0">
              <a:solidFill>
                <a:schemeClr val="bg1"/>
              </a:solidFill>
              <a:latin typeface="+mn-lt"/>
              <a:ea typeface="+mn-ea"/>
              <a:cs typeface="Arial" charset="0"/>
            </a:endParaRPr>
          </a:p>
          <a:p>
            <a:pPr>
              <a:lnSpc>
                <a:spcPts val="900"/>
              </a:lnSpc>
            </a:pPr>
            <a:r>
              <a:rPr lang="de-DE" sz="800" baseline="0" dirty="0">
                <a:solidFill>
                  <a:schemeClr val="bg1"/>
                </a:solidFill>
                <a:latin typeface="+mn-lt"/>
              </a:rPr>
              <a:t>Technical University of Munich</a:t>
            </a:r>
            <a:endParaRPr lang="de-DE" sz="800" dirty="0">
              <a:solidFill>
                <a:schemeClr val="bg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3904144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el 1"/>
          <p:cNvSpPr>
            <a:spLocks noGrp="1"/>
          </p:cNvSpPr>
          <p:nvPr>
            <p:ph type="title" hasCustomPrompt="1"/>
          </p:nvPr>
        </p:nvSpPr>
        <p:spPr>
          <a:xfrm>
            <a:off x="319090" y="972000"/>
            <a:ext cx="8508999" cy="376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ts val="3200"/>
              </a:lnSpc>
              <a:defRPr lang="de-DE" sz="2500" noProof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Titel der Präsentation durch Klicken bearbeiten</a:t>
            </a:r>
          </a:p>
        </p:txBody>
      </p:sp>
      <p:sp>
        <p:nvSpPr>
          <p:cNvPr id="16" name="Inhaltsplatzhalter 2"/>
          <p:cNvSpPr>
            <a:spLocks noGrp="1"/>
          </p:cNvSpPr>
          <p:nvPr>
            <p:ph idx="10" hasCustomPrompt="1"/>
          </p:nvPr>
        </p:nvSpPr>
        <p:spPr>
          <a:xfrm>
            <a:off x="319088" y="1484040"/>
            <a:ext cx="8508999" cy="9555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50000"/>
              </a:lnSpc>
              <a:defRPr lang="de-DE" sz="1400" baseline="0" noProof="0" dirty="0" smtClean="0">
                <a:solidFill>
                  <a:srgbClr val="000000"/>
                </a:solidFill>
              </a:defRPr>
            </a:lvl1pPr>
            <a:lvl2pPr>
              <a:defRPr lang="de-DE" noProof="0" dirty="0" smtClean="0"/>
            </a:lvl2pPr>
          </a:lstStyle>
          <a:p>
            <a:pPr lvl="0"/>
            <a:r>
              <a:rPr lang="de-DE" noProof="0" dirty="0"/>
              <a:t>Referent</a:t>
            </a:r>
            <a:br>
              <a:rPr lang="de-DE" noProof="0" dirty="0"/>
            </a:br>
            <a:r>
              <a:rPr lang="de-DE" noProof="0" dirty="0"/>
              <a:t>Ort, Datum (Schreibweise: 01. Oktober 2022)</a:t>
            </a:r>
          </a:p>
        </p:txBody>
      </p:sp>
      <p:sp>
        <p:nvSpPr>
          <p:cNvPr id="14" name="Rechteck 13"/>
          <p:cNvSpPr/>
          <p:nvPr userDrawn="1"/>
        </p:nvSpPr>
        <p:spPr bwMode="auto">
          <a:xfrm>
            <a:off x="8347635" y="4806203"/>
            <a:ext cx="575236" cy="268941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sz="2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58CB1E-F828-4F11-99E0-327109AF9DA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18550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t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ild 4" descr="TUM_Glockenturm.tif">
            <a:extLst>
              <a:ext uri="{FF2B5EF4-FFF2-40B4-BE49-F238E27FC236}">
                <a16:creationId xmlns:a16="http://schemas.microsoft.com/office/drawing/2014/main" id="{186CB456-4823-F0CE-7635-2DF9E971C75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975215" y="1476375"/>
            <a:ext cx="3819542" cy="3333750"/>
          </a:xfrm>
          <a:prstGeom prst="rect">
            <a:avLst/>
          </a:prstGeom>
        </p:spPr>
      </p:pic>
      <p:sp>
        <p:nvSpPr>
          <p:cNvPr id="12" name="Titel 1"/>
          <p:cNvSpPr>
            <a:spLocks noGrp="1"/>
          </p:cNvSpPr>
          <p:nvPr>
            <p:ph type="title" hasCustomPrompt="1"/>
          </p:nvPr>
        </p:nvSpPr>
        <p:spPr>
          <a:xfrm>
            <a:off x="319090" y="972000"/>
            <a:ext cx="8508999" cy="376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ts val="3200"/>
              </a:lnSpc>
              <a:defRPr lang="de-DE" sz="2500" noProof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Titel der Präsentation durch Klicken bearbeiten</a:t>
            </a:r>
          </a:p>
        </p:txBody>
      </p:sp>
      <p:sp>
        <p:nvSpPr>
          <p:cNvPr id="16" name="Inhaltsplatzhalter 2"/>
          <p:cNvSpPr>
            <a:spLocks noGrp="1"/>
          </p:cNvSpPr>
          <p:nvPr>
            <p:ph idx="10" hasCustomPrompt="1"/>
          </p:nvPr>
        </p:nvSpPr>
        <p:spPr>
          <a:xfrm>
            <a:off x="319088" y="1484040"/>
            <a:ext cx="8508999" cy="9555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50000"/>
              </a:lnSpc>
              <a:defRPr lang="de-DE" sz="1400" baseline="0" noProof="0" dirty="0" smtClean="0">
                <a:solidFill>
                  <a:srgbClr val="000000"/>
                </a:solidFill>
              </a:defRPr>
            </a:lvl1pPr>
            <a:lvl2pPr>
              <a:defRPr lang="de-DE" noProof="0" dirty="0" smtClean="0"/>
            </a:lvl2pPr>
          </a:lstStyle>
          <a:p>
            <a:pPr lvl="0"/>
            <a:r>
              <a:rPr lang="de-DE" noProof="0" dirty="0"/>
              <a:t>Referent</a:t>
            </a:r>
            <a:br>
              <a:rPr lang="de-DE" noProof="0" dirty="0"/>
            </a:br>
            <a:r>
              <a:rPr lang="de-DE" noProof="0" dirty="0"/>
              <a:t>Ort, Datum (Schreibweise: 01. Oktober 2022)</a:t>
            </a:r>
          </a:p>
        </p:txBody>
      </p:sp>
      <p:sp>
        <p:nvSpPr>
          <p:cNvPr id="14" name="Rechteck 13"/>
          <p:cNvSpPr/>
          <p:nvPr userDrawn="1"/>
        </p:nvSpPr>
        <p:spPr bwMode="auto">
          <a:xfrm>
            <a:off x="8347635" y="4806203"/>
            <a:ext cx="575236" cy="268941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sz="2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58CB1E-F828-4F11-99E0-327109AF9DA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604248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Inhaltsplatzhalter 2"/>
          <p:cNvSpPr>
            <a:spLocks noGrp="1"/>
          </p:cNvSpPr>
          <p:nvPr>
            <p:ph idx="10" hasCustomPrompt="1"/>
          </p:nvPr>
        </p:nvSpPr>
        <p:spPr>
          <a:xfrm>
            <a:off x="319088" y="1484040"/>
            <a:ext cx="8508999" cy="9555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50000"/>
              </a:lnSpc>
              <a:defRPr lang="de-DE" sz="1400" baseline="0" noProof="0" dirty="0" smtClean="0"/>
            </a:lvl1pPr>
            <a:lvl2pPr>
              <a:defRPr lang="de-DE" noProof="0" dirty="0" smtClean="0"/>
            </a:lvl2pPr>
          </a:lstStyle>
          <a:p>
            <a:pPr lvl="0"/>
            <a:r>
              <a:rPr lang="de-DE" noProof="0" dirty="0"/>
              <a:t>Referent</a:t>
            </a:r>
            <a:br>
              <a:rPr lang="de-DE" noProof="0" dirty="0"/>
            </a:br>
            <a:r>
              <a:rPr lang="de-DE" noProof="0" dirty="0"/>
              <a:t>Ort, Datum (Schreibweise: 01. Oktober 2022)</a:t>
            </a:r>
          </a:p>
        </p:txBody>
      </p:sp>
      <p:sp>
        <p:nvSpPr>
          <p:cNvPr id="14" name="Rechteck 13"/>
          <p:cNvSpPr/>
          <p:nvPr userDrawn="1"/>
        </p:nvSpPr>
        <p:spPr bwMode="auto">
          <a:xfrm>
            <a:off x="8347635" y="4806203"/>
            <a:ext cx="575236" cy="268941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sz="2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sp>
        <p:nvSpPr>
          <p:cNvPr id="8" name="Foliennummernplatzhalt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8CB1E-F828-4F11-99E0-327109AF9DA4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05AABF3B-2112-4303-BACC-C389E81E73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9090" y="972000"/>
            <a:ext cx="8508999" cy="376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ts val="3200"/>
              </a:lnSpc>
              <a:defRPr lang="de-DE" sz="2500" noProof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Titel der Präsentation durch Klicken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1718550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 1"/>
          <p:cNvSpPr>
            <a:spLocks noGrp="1"/>
          </p:cNvSpPr>
          <p:nvPr>
            <p:ph type="title" hasCustomPrompt="1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marL="0" indent="0">
              <a:lnSpc>
                <a:spcPts val="3200"/>
              </a:lnSpc>
              <a:defRPr lang="de-DE" sz="2500" noProof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Titel durch Klicken bearbeiten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1"/>
          </p:nvPr>
        </p:nvSpPr>
        <p:spPr/>
        <p:txBody>
          <a:bodyPr lIns="0" rIns="0"/>
          <a:lstStyle/>
          <a:p>
            <a:fld id="{CE58CB1E-F828-4F11-99E0-327109AF9DA4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de-DE" dirty="0"/>
              <a:t>Dr. rer. nat. Erika Mustermann (TUM) | kann beliebig erweitert werden | Infos mit Strich trennen</a:t>
            </a:r>
            <a:endParaRPr lang="en-US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40E7229-04EE-4764-BC7E-F87916F4FA6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11161" y="684430"/>
            <a:ext cx="8508999" cy="321410"/>
          </a:xfrm>
          <a:prstGeom prst="rect">
            <a:avLst/>
          </a:prstGeom>
        </p:spPr>
        <p:txBody>
          <a:bodyPr lIns="0" tIns="93600" rIns="0" bIns="0"/>
          <a:lstStyle>
            <a:lvl1pPr marL="0" marR="0" indent="0" algn="l" defTabSz="914400" rtl="0" eaLnBrk="0" fontAlgn="base" latinLnBrk="0" hangingPunct="0">
              <a:lnSpc>
                <a:spcPts val="18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>
                <a:solidFill>
                  <a:schemeClr val="bg2"/>
                </a:solidFill>
                <a:latin typeface="+mj-lt"/>
              </a:defRPr>
            </a:lvl1pPr>
            <a:lvl2pPr marL="0" indent="0">
              <a:buNone/>
              <a:defRPr/>
            </a:lvl2pPr>
            <a:lvl3pPr marL="176213" indent="0">
              <a:buNone/>
              <a:defRPr/>
            </a:lvl3pPr>
            <a:lvl4pPr marL="360363" indent="0">
              <a:buNone/>
              <a:defRPr/>
            </a:lvl4pPr>
            <a:lvl5pPr marL="538162" indent="0">
              <a:buNone/>
              <a:defRPr/>
            </a:lvl5pPr>
          </a:lstStyle>
          <a:p>
            <a:pPr marL="0" marR="0" lvl="0" indent="0" algn="l" defTabSz="914400" rtl="0" eaLnBrk="0" fontAlgn="base" latinLnBrk="0" hangingPunct="0">
              <a:lnSpc>
                <a:spcPts val="18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altLang="zh-CN" sz="1800" noProof="0" dirty="0"/>
              <a:t>Untert</a:t>
            </a:r>
            <a:r>
              <a:rPr lang="de-DE" sz="1800" noProof="0" dirty="0"/>
              <a:t>itel durch Klicken bearbeiten</a:t>
            </a: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39487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 1"/>
          <p:cNvSpPr>
            <a:spLocks noGrp="1"/>
          </p:cNvSpPr>
          <p:nvPr>
            <p:ph type="title" hasCustomPrompt="1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marL="0" indent="0">
              <a:lnSpc>
                <a:spcPts val="3200"/>
              </a:lnSpc>
              <a:defRPr lang="de-DE" sz="2500" noProof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Titel durch Klicken bearbeiten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1"/>
          </p:nvPr>
        </p:nvSpPr>
        <p:spPr/>
        <p:txBody>
          <a:bodyPr lIns="0" rIns="0"/>
          <a:lstStyle/>
          <a:p>
            <a:fld id="{CE58CB1E-F828-4F11-99E0-327109AF9DA4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de-DE" dirty="0"/>
              <a:t>Dr. rer. nat. Erika Mustermann (TUM) | kann beliebig erweitert werden | Infos mit Strich trennen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72660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19090" y="1785785"/>
            <a:ext cx="8508999" cy="2900515"/>
          </a:xfrm>
          <a:prstGeom prst="rect">
            <a:avLst/>
          </a:prstGeom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14000"/>
              </a:lnSpc>
              <a:defRPr lang="de-DE" sz="1400" noProof="0" dirty="0" smtClean="0"/>
            </a:lvl1pPr>
            <a:lvl2pPr>
              <a:lnSpc>
                <a:spcPct val="114000"/>
              </a:lnSpc>
              <a:defRPr lang="de-DE" sz="1400" noProof="0" dirty="0" smtClean="0"/>
            </a:lvl2pPr>
            <a:lvl3pPr>
              <a:defRPr sz="1400" baseline="0"/>
            </a:lvl3pPr>
          </a:lstStyle>
          <a:p>
            <a:pPr lvl="0"/>
            <a:r>
              <a:rPr lang="de-DE" noProof="0" dirty="0"/>
              <a:t>Inhalt durch Klicken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</p:txBody>
      </p:sp>
      <p:sp useBgFill="1">
        <p:nvSpPr>
          <p:cNvPr id="5" name="Foliennummernplatzhalt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58CB1E-F828-4F11-99E0-327109AF9DA4}" type="slidenum">
              <a:rPr lang="de-DE" smtClean="0"/>
              <a:pPr/>
              <a:t>‹#›</a:t>
            </a:fld>
            <a:endParaRPr lang="de-DE" dirty="0"/>
          </a:p>
        </p:txBody>
      </p:sp>
      <p:sp useBgFill="1">
        <p:nvSpPr>
          <p:cNvPr id="7" name="Fußzeilenplatzhalter 6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de-DE" dirty="0"/>
              <a:t>Dr. rer. nat. Erika Mustermann (TUM) | kann beliebig erweitert werden | Infos mit Strich trennen</a:t>
            </a:r>
            <a:endParaRPr lang="en-US" dirty="0"/>
          </a:p>
        </p:txBody>
      </p:sp>
      <p:sp useBgFill="1">
        <p:nvSpPr>
          <p:cNvPr id="6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319090" y="1222525"/>
            <a:ext cx="8508999" cy="505304"/>
          </a:xfrm>
          <a:prstGeom prst="rect">
            <a:avLst/>
          </a:prstGeom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14000"/>
              </a:lnSpc>
              <a:defRPr lang="de-DE" sz="1400" noProof="0" dirty="0" smtClean="0"/>
            </a:lvl1pPr>
          </a:lstStyle>
          <a:p>
            <a:pPr lvl="0"/>
            <a:r>
              <a:rPr lang="de-DE" noProof="0" dirty="0"/>
              <a:t>Inhalt durch Klicken bearbeiten</a:t>
            </a:r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CBB05561-73C4-4A74-972B-036FE30803A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lnSpc>
                <a:spcPts val="3200"/>
              </a:lnSpc>
              <a:defRPr lang="de-DE" sz="2500" noProof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Titel durch Klicken bearbeiten</a:t>
            </a:r>
          </a:p>
        </p:txBody>
      </p:sp>
      <p:sp>
        <p:nvSpPr>
          <p:cNvPr id="2" name="Text Placeholder 18">
            <a:extLst>
              <a:ext uri="{FF2B5EF4-FFF2-40B4-BE49-F238E27FC236}">
                <a16:creationId xmlns:a16="http://schemas.microsoft.com/office/drawing/2014/main" id="{20912513-725A-7B3D-7236-D9DF537BD47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11161" y="684430"/>
            <a:ext cx="8508999" cy="321410"/>
          </a:xfrm>
          <a:prstGeom prst="rect">
            <a:avLst/>
          </a:prstGeom>
        </p:spPr>
        <p:txBody>
          <a:bodyPr lIns="0" tIns="93600" rIns="0" bIns="0"/>
          <a:lstStyle>
            <a:lvl1pPr marL="0" marR="0" indent="0" algn="l" defTabSz="914400" rtl="0" eaLnBrk="0" fontAlgn="base" latinLnBrk="0" hangingPunct="0">
              <a:lnSpc>
                <a:spcPts val="18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>
                <a:solidFill>
                  <a:schemeClr val="bg2"/>
                </a:solidFill>
                <a:latin typeface="+mj-lt"/>
              </a:defRPr>
            </a:lvl1pPr>
            <a:lvl2pPr marL="0" indent="0">
              <a:buNone/>
              <a:defRPr/>
            </a:lvl2pPr>
            <a:lvl3pPr marL="176213" indent="0">
              <a:buNone/>
              <a:defRPr/>
            </a:lvl3pPr>
            <a:lvl4pPr marL="360363" indent="0">
              <a:buNone/>
              <a:defRPr/>
            </a:lvl4pPr>
            <a:lvl5pPr marL="538162" indent="0">
              <a:buNone/>
              <a:defRPr/>
            </a:lvl5pPr>
          </a:lstStyle>
          <a:p>
            <a:pPr marL="0" marR="0" lvl="0" indent="0" algn="l" defTabSz="914400" rtl="0" eaLnBrk="0" fontAlgn="base" latinLnBrk="0" hangingPunct="0">
              <a:lnSpc>
                <a:spcPts val="18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altLang="zh-CN" sz="1800" noProof="0" dirty="0"/>
              <a:t>Untert</a:t>
            </a:r>
            <a:r>
              <a:rPr lang="de-DE" sz="1800" noProof="0" dirty="0"/>
              <a:t>itel durch Klicken bearbeiten</a:t>
            </a: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39487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Inhalt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19090" y="1785785"/>
            <a:ext cx="8508999" cy="2900515"/>
          </a:xfrm>
          <a:prstGeom prst="rect">
            <a:avLst/>
          </a:prstGeom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14000"/>
              </a:lnSpc>
              <a:defRPr lang="de-DE" sz="1400" noProof="0" dirty="0" smtClean="0"/>
            </a:lvl1pPr>
            <a:lvl2pPr>
              <a:lnSpc>
                <a:spcPct val="114000"/>
              </a:lnSpc>
              <a:defRPr lang="de-DE" sz="1400" noProof="0" dirty="0" smtClean="0"/>
            </a:lvl2pPr>
            <a:lvl3pPr>
              <a:defRPr sz="1400" baseline="0"/>
            </a:lvl3pPr>
          </a:lstStyle>
          <a:p>
            <a:pPr lvl="0"/>
            <a:r>
              <a:rPr lang="de-DE" noProof="0" dirty="0"/>
              <a:t>Inhalt durch Klicken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</p:txBody>
      </p:sp>
      <p:sp useBgFill="1">
        <p:nvSpPr>
          <p:cNvPr id="5" name="Foliennummernplatzhalt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58CB1E-F828-4F11-99E0-327109AF9DA4}" type="slidenum">
              <a:rPr lang="de-DE" smtClean="0"/>
              <a:pPr/>
              <a:t>‹#›</a:t>
            </a:fld>
            <a:endParaRPr lang="de-DE" dirty="0"/>
          </a:p>
        </p:txBody>
      </p:sp>
      <p:sp useBgFill="1">
        <p:nvSpPr>
          <p:cNvPr id="7" name="Fußzeilenplatzhalter 6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de-DE" dirty="0"/>
              <a:t>Dr. rer. nat. Erika Mustermann (TUM) | kann beliebig erweitert werden | Infos mit Strich trennen</a:t>
            </a:r>
            <a:endParaRPr lang="en-US" dirty="0"/>
          </a:p>
        </p:txBody>
      </p:sp>
      <p:sp useBgFill="1">
        <p:nvSpPr>
          <p:cNvPr id="6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319090" y="1222525"/>
            <a:ext cx="8508999" cy="505304"/>
          </a:xfrm>
          <a:prstGeom prst="rect">
            <a:avLst/>
          </a:prstGeom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14000"/>
              </a:lnSpc>
              <a:defRPr lang="de-DE" sz="1400" noProof="0" dirty="0" smtClean="0"/>
            </a:lvl1pPr>
          </a:lstStyle>
          <a:p>
            <a:pPr lvl="0"/>
            <a:r>
              <a:rPr lang="de-DE" noProof="0" dirty="0"/>
              <a:t>Inhalt durch Klicken bearbeiten</a:t>
            </a:r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CBB05561-73C4-4A74-972B-036FE30803A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lnSpc>
                <a:spcPts val="3200"/>
              </a:lnSpc>
              <a:defRPr lang="de-DE" sz="2500" noProof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Titel durch Klicken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46609048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Inhalt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19090" y="1506687"/>
            <a:ext cx="8508999" cy="3179614"/>
          </a:xfrm>
          <a:prstGeom prst="rect">
            <a:avLst/>
          </a:prstGeom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14000"/>
              </a:lnSpc>
              <a:defRPr lang="de-DE" sz="1400" noProof="0" dirty="0" smtClean="0"/>
            </a:lvl1pPr>
            <a:lvl2pPr>
              <a:lnSpc>
                <a:spcPct val="114000"/>
              </a:lnSpc>
              <a:defRPr lang="de-DE" sz="1400" noProof="0" dirty="0" smtClean="0"/>
            </a:lvl2pPr>
            <a:lvl3pPr>
              <a:defRPr sz="1400" baseline="0"/>
            </a:lvl3pPr>
          </a:lstStyle>
          <a:p>
            <a:pPr lvl="0"/>
            <a:r>
              <a:rPr lang="de-DE" noProof="0" dirty="0"/>
              <a:t>Inhalt durch Klicken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</p:txBody>
      </p:sp>
      <p:sp useBgFill="1">
        <p:nvSpPr>
          <p:cNvPr id="5" name="Foliennummernplatzhalt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58CB1E-F828-4F11-99E0-327109AF9DA4}" type="slidenum">
              <a:rPr lang="de-DE" smtClean="0"/>
              <a:pPr/>
              <a:t>‹#›</a:t>
            </a:fld>
            <a:endParaRPr lang="de-DE" dirty="0"/>
          </a:p>
        </p:txBody>
      </p:sp>
      <p:sp useBgFill="1">
        <p:nvSpPr>
          <p:cNvPr id="7" name="Fußzeilenplatzhalter 6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de-DE" dirty="0"/>
              <a:t>Dr. rer. nat. Erika Mustermann (TUM) | kann beliebig erweitert werden | Infos mit Strich trennen</a:t>
            </a:r>
            <a:endParaRPr lang="en-US" dirty="0"/>
          </a:p>
        </p:txBody>
      </p:sp>
      <p:sp useBgFill="1">
        <p:nvSpPr>
          <p:cNvPr id="6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311161" y="936839"/>
            <a:ext cx="8508999" cy="497688"/>
          </a:xfrm>
          <a:prstGeom prst="rect">
            <a:avLst/>
          </a:prstGeom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14000"/>
              </a:lnSpc>
              <a:defRPr lang="de-DE" sz="1400" noProof="0" dirty="0" smtClean="0"/>
            </a:lvl1pPr>
          </a:lstStyle>
          <a:p>
            <a:pPr lvl="0"/>
            <a:r>
              <a:rPr lang="de-DE" noProof="0" dirty="0"/>
              <a:t>Inhalt durch Klicken bearbeiten</a:t>
            </a:r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CBB05561-73C4-4A74-972B-036FE30803A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lnSpc>
                <a:spcPts val="3200"/>
              </a:lnSpc>
              <a:defRPr lang="de-DE" sz="2500" noProof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Titel durch Klicken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427311506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nhalt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19090" y="1222525"/>
            <a:ext cx="8508999" cy="3463775"/>
          </a:xfrm>
          <a:prstGeom prst="rect">
            <a:avLst/>
          </a:prstGeom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14000"/>
              </a:lnSpc>
              <a:defRPr lang="de-DE" sz="1400" noProof="0" dirty="0" smtClean="0"/>
            </a:lvl1pPr>
            <a:lvl2pPr>
              <a:lnSpc>
                <a:spcPct val="114000"/>
              </a:lnSpc>
              <a:defRPr lang="de-DE" sz="1400" noProof="0" dirty="0" smtClean="0"/>
            </a:lvl2pPr>
            <a:lvl3pPr>
              <a:defRPr sz="1400" baseline="0"/>
            </a:lvl3pPr>
          </a:lstStyle>
          <a:p>
            <a:pPr lvl="0"/>
            <a:r>
              <a:rPr lang="de-DE" noProof="0" dirty="0"/>
              <a:t>Inhalt durch Klicken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</p:txBody>
      </p:sp>
      <p:sp useBgFill="1">
        <p:nvSpPr>
          <p:cNvPr id="5" name="Foliennummernplatzhalt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58CB1E-F828-4F11-99E0-327109AF9DA4}" type="slidenum">
              <a:rPr lang="de-DE" smtClean="0"/>
              <a:pPr/>
              <a:t>‹#›</a:t>
            </a:fld>
            <a:endParaRPr lang="de-DE" dirty="0"/>
          </a:p>
        </p:txBody>
      </p:sp>
      <p:sp useBgFill="1">
        <p:nvSpPr>
          <p:cNvPr id="7" name="Fußzeilenplatzhalter 6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de-DE" dirty="0"/>
              <a:t>Dr. rer. nat. Erika Mustermann (TUM) | kann beliebig erweitert werden | Infos mit Strich trennen</a:t>
            </a:r>
            <a:endParaRPr lang="en-US" dirty="0"/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CBB05561-73C4-4A74-972B-036FE30803A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lnSpc>
                <a:spcPts val="3200"/>
              </a:lnSpc>
              <a:defRPr lang="de-DE" sz="2500" noProof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Titel durch Klicken bearbeiten</a:t>
            </a:r>
          </a:p>
        </p:txBody>
      </p:sp>
      <p:sp>
        <p:nvSpPr>
          <p:cNvPr id="2" name="Text Placeholder 18">
            <a:extLst>
              <a:ext uri="{FF2B5EF4-FFF2-40B4-BE49-F238E27FC236}">
                <a16:creationId xmlns:a16="http://schemas.microsoft.com/office/drawing/2014/main" id="{293133E1-5289-7056-E483-775294333E7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11161" y="684430"/>
            <a:ext cx="8508999" cy="321410"/>
          </a:xfrm>
          <a:prstGeom prst="rect">
            <a:avLst/>
          </a:prstGeom>
        </p:spPr>
        <p:txBody>
          <a:bodyPr lIns="0" tIns="93600" rIns="0" bIns="0"/>
          <a:lstStyle>
            <a:lvl1pPr marL="0" marR="0" indent="0" algn="l" defTabSz="914400" rtl="0" eaLnBrk="0" fontAlgn="base" latinLnBrk="0" hangingPunct="0">
              <a:lnSpc>
                <a:spcPts val="18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>
                <a:solidFill>
                  <a:schemeClr val="bg2"/>
                </a:solidFill>
                <a:latin typeface="+mj-lt"/>
              </a:defRPr>
            </a:lvl1pPr>
            <a:lvl2pPr marL="0" indent="0">
              <a:buNone/>
              <a:defRPr/>
            </a:lvl2pPr>
            <a:lvl3pPr marL="176213" indent="0">
              <a:buNone/>
              <a:defRPr/>
            </a:lvl3pPr>
            <a:lvl4pPr marL="360363" indent="0">
              <a:buNone/>
              <a:defRPr/>
            </a:lvl4pPr>
            <a:lvl5pPr marL="538162" indent="0">
              <a:buNone/>
              <a:defRPr/>
            </a:lvl5pPr>
          </a:lstStyle>
          <a:p>
            <a:pPr marL="0" marR="0" lvl="0" indent="0" algn="l" defTabSz="914400" rtl="0" eaLnBrk="0" fontAlgn="base" latinLnBrk="0" hangingPunct="0">
              <a:lnSpc>
                <a:spcPts val="18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altLang="zh-CN" sz="1800" noProof="0" dirty="0"/>
              <a:t>Untert</a:t>
            </a:r>
            <a:r>
              <a:rPr lang="de-DE" sz="1800" noProof="0" dirty="0"/>
              <a:t>itel durch Klicken bearbeiten</a:t>
            </a: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514792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Inhalt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19090" y="1222525"/>
            <a:ext cx="8508999" cy="3463775"/>
          </a:xfrm>
          <a:prstGeom prst="rect">
            <a:avLst/>
          </a:prstGeom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14000"/>
              </a:lnSpc>
              <a:defRPr lang="de-DE" sz="1400" noProof="0" dirty="0" smtClean="0"/>
            </a:lvl1pPr>
            <a:lvl2pPr>
              <a:lnSpc>
                <a:spcPct val="114000"/>
              </a:lnSpc>
              <a:defRPr lang="de-DE" sz="1400" noProof="0" dirty="0" smtClean="0"/>
            </a:lvl2pPr>
            <a:lvl3pPr>
              <a:defRPr sz="1400" baseline="0"/>
            </a:lvl3pPr>
          </a:lstStyle>
          <a:p>
            <a:pPr lvl="0"/>
            <a:r>
              <a:rPr lang="de-DE" noProof="0" dirty="0"/>
              <a:t>Inhalt durch Klicken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</p:txBody>
      </p:sp>
      <p:sp useBgFill="1">
        <p:nvSpPr>
          <p:cNvPr id="5" name="Foliennummernplatzhalt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58CB1E-F828-4F11-99E0-327109AF9DA4}" type="slidenum">
              <a:rPr lang="de-DE" smtClean="0"/>
              <a:pPr/>
              <a:t>‹#›</a:t>
            </a:fld>
            <a:endParaRPr lang="de-DE" dirty="0"/>
          </a:p>
        </p:txBody>
      </p:sp>
      <p:sp useBgFill="1">
        <p:nvSpPr>
          <p:cNvPr id="7" name="Fußzeilenplatzhalter 6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de-DE" dirty="0"/>
              <a:t>Dr. rer. nat. Erika Mustermann (TUM) | kann beliebig erweitert werden | Infos mit Strich trennen</a:t>
            </a:r>
            <a:endParaRPr lang="en-US" dirty="0"/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CBB05561-73C4-4A74-972B-036FE30803A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lnSpc>
                <a:spcPts val="3200"/>
              </a:lnSpc>
              <a:defRPr lang="de-DE" sz="2500" noProof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Titel durch Klicken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244030576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Inhaltsplatzhalter 2"/>
          <p:cNvSpPr>
            <a:spLocks noGrp="1"/>
          </p:cNvSpPr>
          <p:nvPr>
            <p:ph idx="14" hasCustomPrompt="1"/>
          </p:nvPr>
        </p:nvSpPr>
        <p:spPr>
          <a:xfrm>
            <a:off x="311162" y="1222524"/>
            <a:ext cx="4180910" cy="3475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14000"/>
              </a:lnSpc>
              <a:defRPr lang="de-DE" sz="1400" noProof="0" dirty="0" smtClean="0"/>
            </a:lvl1pPr>
            <a:lvl2pPr>
              <a:lnSpc>
                <a:spcPct val="114000"/>
              </a:lnSpc>
              <a:defRPr lang="de-DE" sz="1400" noProof="0" dirty="0" smtClean="0"/>
            </a:lvl2pPr>
            <a:lvl3pPr>
              <a:defRPr sz="1400" baseline="0"/>
            </a:lvl3pPr>
          </a:lstStyle>
          <a:p>
            <a:pPr lvl="0"/>
            <a:r>
              <a:rPr lang="de-DE" noProof="0" dirty="0"/>
              <a:t>Inhalt durch Klicken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</p:txBody>
      </p:sp>
      <p:sp>
        <p:nvSpPr>
          <p:cNvPr id="13" name="Inhaltsplatzhalter 2"/>
          <p:cNvSpPr>
            <a:spLocks noGrp="1"/>
          </p:cNvSpPr>
          <p:nvPr>
            <p:ph idx="15" hasCustomPrompt="1"/>
          </p:nvPr>
        </p:nvSpPr>
        <p:spPr>
          <a:xfrm>
            <a:off x="4647179" y="1222524"/>
            <a:ext cx="4180910" cy="3475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14000"/>
              </a:lnSpc>
              <a:defRPr lang="de-DE" sz="1400" noProof="0" dirty="0" smtClean="0"/>
            </a:lvl1pPr>
            <a:lvl2pPr>
              <a:lnSpc>
                <a:spcPct val="114000"/>
              </a:lnSpc>
              <a:defRPr lang="de-DE" sz="1400" noProof="0" dirty="0" smtClean="0"/>
            </a:lvl2pPr>
            <a:lvl3pPr>
              <a:defRPr sz="1400" baseline="0"/>
            </a:lvl3pPr>
          </a:lstStyle>
          <a:p>
            <a:pPr lvl="0"/>
            <a:r>
              <a:rPr lang="de-DE" noProof="0" dirty="0"/>
              <a:t>Inhalt durch Klicken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E58CB1E-F828-4F11-99E0-327109AF9DA4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 dirty="0"/>
              <a:t>Dr. rer. nat. Erika Mustermann (TUM) | kann beliebig erweitert werden | Infos mit Strich trennen</a:t>
            </a:r>
            <a:endParaRPr lang="en-US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C820FC66-B1DF-47A9-8103-CDCC888363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lnSpc>
                <a:spcPts val="3200"/>
              </a:lnSpc>
              <a:defRPr lang="de-DE" sz="2500" noProof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Titel durch Klicken bearbeiten</a:t>
            </a:r>
          </a:p>
        </p:txBody>
      </p:sp>
      <p:sp>
        <p:nvSpPr>
          <p:cNvPr id="2" name="Text Placeholder 18">
            <a:extLst>
              <a:ext uri="{FF2B5EF4-FFF2-40B4-BE49-F238E27FC236}">
                <a16:creationId xmlns:a16="http://schemas.microsoft.com/office/drawing/2014/main" id="{E9EB89DB-0FCB-44DF-1F96-9A2EDDD7D26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11161" y="684430"/>
            <a:ext cx="8508999" cy="321410"/>
          </a:xfrm>
          <a:prstGeom prst="rect">
            <a:avLst/>
          </a:prstGeom>
        </p:spPr>
        <p:txBody>
          <a:bodyPr lIns="0" tIns="93600" rIns="0" bIns="0"/>
          <a:lstStyle>
            <a:lvl1pPr marL="0" marR="0" indent="0" algn="l" defTabSz="914400" rtl="0" eaLnBrk="0" fontAlgn="base" latinLnBrk="0" hangingPunct="0">
              <a:lnSpc>
                <a:spcPts val="18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>
                <a:solidFill>
                  <a:schemeClr val="bg2"/>
                </a:solidFill>
                <a:latin typeface="+mj-lt"/>
              </a:defRPr>
            </a:lvl1pPr>
            <a:lvl2pPr marL="0" indent="0">
              <a:buNone/>
              <a:defRPr/>
            </a:lvl2pPr>
            <a:lvl3pPr marL="176213" indent="0">
              <a:buNone/>
              <a:defRPr/>
            </a:lvl3pPr>
            <a:lvl4pPr marL="360363" indent="0">
              <a:buNone/>
              <a:defRPr/>
            </a:lvl4pPr>
            <a:lvl5pPr marL="538162" indent="0">
              <a:buNone/>
              <a:defRPr/>
            </a:lvl5pPr>
          </a:lstStyle>
          <a:p>
            <a:pPr marL="0" marR="0" lvl="0" indent="0" algn="l" defTabSz="914400" rtl="0" eaLnBrk="0" fontAlgn="base" latinLnBrk="0" hangingPunct="0">
              <a:lnSpc>
                <a:spcPts val="18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altLang="zh-CN" sz="1800" noProof="0" dirty="0"/>
              <a:t>Untert</a:t>
            </a:r>
            <a:r>
              <a:rPr lang="de-DE" sz="1800" noProof="0" dirty="0"/>
              <a:t>itel durch Klicken bearbeiten</a:t>
            </a: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290140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Inhaltsplatzhalter 2"/>
          <p:cNvSpPr>
            <a:spLocks noGrp="1"/>
          </p:cNvSpPr>
          <p:nvPr>
            <p:ph idx="14" hasCustomPrompt="1"/>
          </p:nvPr>
        </p:nvSpPr>
        <p:spPr>
          <a:xfrm>
            <a:off x="311162" y="1222524"/>
            <a:ext cx="4180910" cy="3475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14000"/>
              </a:lnSpc>
              <a:defRPr lang="de-DE" sz="1400" noProof="0" dirty="0" smtClean="0"/>
            </a:lvl1pPr>
            <a:lvl2pPr>
              <a:lnSpc>
                <a:spcPct val="114000"/>
              </a:lnSpc>
              <a:defRPr lang="de-DE" sz="1400" noProof="0" dirty="0" smtClean="0"/>
            </a:lvl2pPr>
            <a:lvl3pPr>
              <a:defRPr sz="1400" baseline="0"/>
            </a:lvl3pPr>
          </a:lstStyle>
          <a:p>
            <a:pPr lvl="0"/>
            <a:r>
              <a:rPr lang="de-DE" noProof="0" dirty="0"/>
              <a:t>Inhalt durch Klicken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</p:txBody>
      </p:sp>
      <p:sp>
        <p:nvSpPr>
          <p:cNvPr id="13" name="Inhaltsplatzhalter 2"/>
          <p:cNvSpPr>
            <a:spLocks noGrp="1"/>
          </p:cNvSpPr>
          <p:nvPr>
            <p:ph idx="15" hasCustomPrompt="1"/>
          </p:nvPr>
        </p:nvSpPr>
        <p:spPr>
          <a:xfrm>
            <a:off x="4647179" y="1222524"/>
            <a:ext cx="4180910" cy="3475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14000"/>
              </a:lnSpc>
              <a:defRPr lang="de-DE" sz="1400" noProof="0" dirty="0" smtClean="0"/>
            </a:lvl1pPr>
            <a:lvl2pPr>
              <a:lnSpc>
                <a:spcPct val="114000"/>
              </a:lnSpc>
              <a:defRPr lang="de-DE" sz="1400" noProof="0" dirty="0" smtClean="0"/>
            </a:lvl2pPr>
            <a:lvl3pPr>
              <a:defRPr sz="1400" baseline="0"/>
            </a:lvl3pPr>
          </a:lstStyle>
          <a:p>
            <a:pPr lvl="0"/>
            <a:r>
              <a:rPr lang="de-DE" noProof="0" dirty="0"/>
              <a:t>Inhalt durch Klicken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E58CB1E-F828-4F11-99E0-327109AF9DA4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 dirty="0"/>
              <a:t>Dr. rer. nat. Erika Mustermann (TUM) | kann beliebig erweitert werden | Infos mit Strich trennen</a:t>
            </a:r>
            <a:endParaRPr lang="en-US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C820FC66-B1DF-47A9-8103-CDCC888363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lnSpc>
                <a:spcPts val="3200"/>
              </a:lnSpc>
              <a:defRPr lang="de-DE" sz="2500" noProof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Titel durch Klicken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200684672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319090" y="1222524"/>
            <a:ext cx="8508999" cy="4957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14000"/>
              </a:lnSpc>
              <a:defRPr lang="de-DE" sz="1400" noProof="0" dirty="0" smtClean="0"/>
            </a:lvl1pPr>
          </a:lstStyle>
          <a:p>
            <a:pPr lvl="0"/>
            <a:r>
              <a:rPr lang="de-DE" noProof="0" dirty="0"/>
              <a:t>Inhalt durch Klicken bearbeiten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E58CB1E-F828-4F11-99E0-327109AF9DA4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2" name="Fußzeilenplatzhalter 11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 dirty="0"/>
              <a:t>Dr. rer. nat. Erika Mustermann (TUM) | kann beliebig erweitert werden | Infos mit Strich trennen</a:t>
            </a:r>
            <a:endParaRPr lang="de-DE" noProof="0" dirty="0"/>
          </a:p>
        </p:txBody>
      </p:sp>
      <p:sp>
        <p:nvSpPr>
          <p:cNvPr id="8" name="Inhaltsplatzhalter 9"/>
          <p:cNvSpPr>
            <a:spLocks noGrp="1"/>
          </p:cNvSpPr>
          <p:nvPr>
            <p:ph sz="quarter" idx="18"/>
          </p:nvPr>
        </p:nvSpPr>
        <p:spPr>
          <a:xfrm>
            <a:off x="316992" y="1771076"/>
            <a:ext cx="4188333" cy="2924750"/>
          </a:xfrm>
          <a:prstGeom prst="rect">
            <a:avLst/>
          </a:prstGeom>
        </p:spPr>
        <p:txBody>
          <a:bodyPr lIns="0" rIns="0"/>
          <a:lstStyle>
            <a:lvl1pPr>
              <a:defRPr lang="de-DE" sz="14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sz="1400"/>
            </a:lvl2pPr>
            <a:lvl3pPr>
              <a:defRPr sz="1400" baseline="0"/>
            </a:lvl3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</p:txBody>
      </p:sp>
      <p:sp>
        <p:nvSpPr>
          <p:cNvPr id="11" name="Bildplatzhalter 2"/>
          <p:cNvSpPr>
            <a:spLocks noGrp="1"/>
          </p:cNvSpPr>
          <p:nvPr>
            <p:ph type="pic" sz="quarter" idx="14" hasCustomPrompt="1"/>
          </p:nvPr>
        </p:nvSpPr>
        <p:spPr>
          <a:xfrm>
            <a:off x="4638677" y="1771077"/>
            <a:ext cx="4180392" cy="2924750"/>
          </a:xfrm>
          <a:prstGeom prst="rect">
            <a:avLst/>
          </a:prstGeom>
        </p:spPr>
        <p:txBody>
          <a:bodyPr/>
          <a:lstStyle>
            <a:lvl1pPr>
              <a:lnSpc>
                <a:spcPct val="114000"/>
              </a:lnSpc>
              <a:defRPr sz="1400"/>
            </a:lvl1pPr>
          </a:lstStyle>
          <a:p>
            <a:endParaRPr lang="de-DE" dirty="0"/>
          </a:p>
        </p:txBody>
      </p:sp>
      <p:sp>
        <p:nvSpPr>
          <p:cNvPr id="15" name="Titel 1">
            <a:extLst>
              <a:ext uri="{FF2B5EF4-FFF2-40B4-BE49-F238E27FC236}">
                <a16:creationId xmlns:a16="http://schemas.microsoft.com/office/drawing/2014/main" id="{82BEFDB1-C0BE-4875-BD7E-86FDD31F7C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lnSpc>
                <a:spcPts val="3200"/>
              </a:lnSpc>
              <a:defRPr lang="de-DE" sz="2500" noProof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Titel durch Klicken bearbeiten</a:t>
            </a:r>
          </a:p>
        </p:txBody>
      </p:sp>
      <p:sp>
        <p:nvSpPr>
          <p:cNvPr id="2" name="Text Placeholder 18">
            <a:extLst>
              <a:ext uri="{FF2B5EF4-FFF2-40B4-BE49-F238E27FC236}">
                <a16:creationId xmlns:a16="http://schemas.microsoft.com/office/drawing/2014/main" id="{9AEF4677-339F-8CA2-B0ED-473D9EA817F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11161" y="684430"/>
            <a:ext cx="8508999" cy="321410"/>
          </a:xfrm>
          <a:prstGeom prst="rect">
            <a:avLst/>
          </a:prstGeom>
        </p:spPr>
        <p:txBody>
          <a:bodyPr lIns="0" tIns="93600" rIns="0" bIns="0"/>
          <a:lstStyle>
            <a:lvl1pPr marL="0" marR="0" indent="0" algn="l" defTabSz="914400" rtl="0" eaLnBrk="0" fontAlgn="base" latinLnBrk="0" hangingPunct="0">
              <a:lnSpc>
                <a:spcPts val="18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>
                <a:solidFill>
                  <a:schemeClr val="bg2"/>
                </a:solidFill>
                <a:latin typeface="+mj-lt"/>
              </a:defRPr>
            </a:lvl1pPr>
            <a:lvl2pPr marL="0" indent="0">
              <a:buNone/>
              <a:defRPr/>
            </a:lvl2pPr>
            <a:lvl3pPr marL="176213" indent="0">
              <a:buNone/>
              <a:defRPr/>
            </a:lvl3pPr>
            <a:lvl4pPr marL="360363" indent="0">
              <a:buNone/>
              <a:defRPr/>
            </a:lvl4pPr>
            <a:lvl5pPr marL="538162" indent="0">
              <a:buNone/>
              <a:defRPr/>
            </a:lvl5pPr>
          </a:lstStyle>
          <a:p>
            <a:pPr marL="0" marR="0" lvl="0" indent="0" algn="l" defTabSz="914400" rtl="0" eaLnBrk="0" fontAlgn="base" latinLnBrk="0" hangingPunct="0">
              <a:lnSpc>
                <a:spcPts val="18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altLang="zh-CN" sz="1800" noProof="0" dirty="0"/>
              <a:t>Untert</a:t>
            </a:r>
            <a:r>
              <a:rPr lang="de-DE" sz="1800" noProof="0" dirty="0"/>
              <a:t>itel durch Klicken bearbeiten</a:t>
            </a: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150819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wei Inhalte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319090" y="1222524"/>
            <a:ext cx="8508999" cy="4957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14000"/>
              </a:lnSpc>
              <a:defRPr lang="de-DE" sz="1400" noProof="0" dirty="0" smtClean="0"/>
            </a:lvl1pPr>
          </a:lstStyle>
          <a:p>
            <a:pPr lvl="0"/>
            <a:r>
              <a:rPr lang="de-DE" noProof="0" dirty="0"/>
              <a:t>Inhalt durch Klicken bearbeiten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E58CB1E-F828-4F11-99E0-327109AF9DA4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2" name="Fußzeilenplatzhalter 11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 dirty="0"/>
              <a:t>Dr. rer. nat. Erika Mustermann (TUM) | kann beliebig erweitert werden | Infos mit Strich trennen</a:t>
            </a:r>
            <a:endParaRPr lang="de-DE" noProof="0" dirty="0"/>
          </a:p>
        </p:txBody>
      </p:sp>
      <p:sp>
        <p:nvSpPr>
          <p:cNvPr id="8" name="Inhaltsplatzhalter 9"/>
          <p:cNvSpPr>
            <a:spLocks noGrp="1"/>
          </p:cNvSpPr>
          <p:nvPr>
            <p:ph sz="quarter" idx="18"/>
          </p:nvPr>
        </p:nvSpPr>
        <p:spPr>
          <a:xfrm>
            <a:off x="316992" y="1771076"/>
            <a:ext cx="4188333" cy="2924750"/>
          </a:xfrm>
          <a:prstGeom prst="rect">
            <a:avLst/>
          </a:prstGeom>
        </p:spPr>
        <p:txBody>
          <a:bodyPr lIns="0" rIns="0"/>
          <a:lstStyle>
            <a:lvl1pPr>
              <a:defRPr lang="de-DE" sz="14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sz="1400"/>
            </a:lvl2pPr>
            <a:lvl3pPr>
              <a:defRPr sz="1400" baseline="0"/>
            </a:lvl3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</p:txBody>
      </p:sp>
      <p:sp>
        <p:nvSpPr>
          <p:cNvPr id="11" name="Bildplatzhalter 2"/>
          <p:cNvSpPr>
            <a:spLocks noGrp="1"/>
          </p:cNvSpPr>
          <p:nvPr>
            <p:ph type="pic" sz="quarter" idx="14" hasCustomPrompt="1"/>
          </p:nvPr>
        </p:nvSpPr>
        <p:spPr>
          <a:xfrm>
            <a:off x="4638677" y="1771077"/>
            <a:ext cx="4180392" cy="2924750"/>
          </a:xfrm>
          <a:prstGeom prst="rect">
            <a:avLst/>
          </a:prstGeom>
        </p:spPr>
        <p:txBody>
          <a:bodyPr/>
          <a:lstStyle>
            <a:lvl1pPr>
              <a:lnSpc>
                <a:spcPct val="114000"/>
              </a:lnSpc>
              <a:defRPr sz="1400"/>
            </a:lvl1pPr>
          </a:lstStyle>
          <a:p>
            <a:endParaRPr lang="de-DE" dirty="0"/>
          </a:p>
        </p:txBody>
      </p:sp>
      <p:sp>
        <p:nvSpPr>
          <p:cNvPr id="15" name="Titel 1">
            <a:extLst>
              <a:ext uri="{FF2B5EF4-FFF2-40B4-BE49-F238E27FC236}">
                <a16:creationId xmlns:a16="http://schemas.microsoft.com/office/drawing/2014/main" id="{82BEFDB1-C0BE-4875-BD7E-86FDD31F7C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lnSpc>
                <a:spcPts val="3200"/>
              </a:lnSpc>
              <a:defRPr lang="de-DE" sz="2500" noProof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Titel durch Klicken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104565744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 + Text (Hintergrun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/>
          <p:cNvSpPr/>
          <p:nvPr userDrawn="1"/>
        </p:nvSpPr>
        <p:spPr bwMode="auto">
          <a:xfrm>
            <a:off x="0" y="2152650"/>
            <a:ext cx="9144000" cy="299085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r" eaLnBrk="0" hangingPunct="0"/>
            <a:endParaRPr lang="de-DE" sz="1000">
              <a:latin typeface="Arial" pitchFamily="34" charset="0"/>
            </a:endParaRP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E58CB1E-F828-4F11-99E0-327109AF9DA4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2" name="Fußzeilenplatzhalter 11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 dirty="0"/>
              <a:t>Dr. rer. nat. Erika Mustermann (TUM) | kann beliebig erweitert werden | Infos mit Strich trennen</a:t>
            </a:r>
            <a:endParaRPr lang="de-DE" noProof="0" dirty="0"/>
          </a:p>
        </p:txBody>
      </p:sp>
      <p:sp>
        <p:nvSpPr>
          <p:cNvPr id="8" name="Inhaltsplatzhalter 9"/>
          <p:cNvSpPr>
            <a:spLocks noGrp="1"/>
          </p:cNvSpPr>
          <p:nvPr>
            <p:ph sz="quarter" idx="18"/>
          </p:nvPr>
        </p:nvSpPr>
        <p:spPr>
          <a:xfrm>
            <a:off x="316992" y="1771076"/>
            <a:ext cx="4197858" cy="2934274"/>
          </a:xfrm>
          <a:prstGeom prst="rect">
            <a:avLst/>
          </a:prstGeom>
        </p:spPr>
        <p:txBody>
          <a:bodyPr lIns="0" rIns="0"/>
          <a:lstStyle>
            <a:lvl1pPr>
              <a:defRPr lang="de-DE" sz="14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sz="1400"/>
            </a:lvl2pPr>
            <a:lvl3pPr>
              <a:defRPr sz="1400" baseline="0"/>
            </a:lvl3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</p:txBody>
      </p:sp>
      <p:sp>
        <p:nvSpPr>
          <p:cNvPr id="11" name="Bildplatzhalter 2"/>
          <p:cNvSpPr>
            <a:spLocks noGrp="1"/>
          </p:cNvSpPr>
          <p:nvPr>
            <p:ph type="pic" sz="quarter" idx="14" hasCustomPrompt="1"/>
          </p:nvPr>
        </p:nvSpPr>
        <p:spPr>
          <a:xfrm>
            <a:off x="4648200" y="1771076"/>
            <a:ext cx="4180392" cy="2915225"/>
          </a:xfrm>
          <a:prstGeom prst="rect">
            <a:avLst/>
          </a:prstGeom>
        </p:spPr>
        <p:txBody>
          <a:bodyPr/>
          <a:lstStyle>
            <a:lvl1pPr>
              <a:lnSpc>
                <a:spcPct val="114000"/>
              </a:lnSpc>
              <a:defRPr sz="1400"/>
            </a:lvl1pPr>
          </a:lstStyle>
          <a:p>
            <a:endParaRPr lang="de-DE" dirty="0"/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9" hasCustomPrompt="1"/>
          </p:nvPr>
        </p:nvSpPr>
        <p:spPr>
          <a:xfrm>
            <a:off x="319090" y="1222524"/>
            <a:ext cx="8508999" cy="4957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14000"/>
              </a:lnSpc>
              <a:defRPr lang="de-DE" sz="1400" noProof="0" dirty="0" smtClean="0"/>
            </a:lvl1pPr>
          </a:lstStyle>
          <a:p>
            <a:pPr lvl="0"/>
            <a:r>
              <a:rPr lang="de-DE" noProof="0" dirty="0"/>
              <a:t>Inhalt durch Klicken bearbeiten</a:t>
            </a:r>
          </a:p>
        </p:txBody>
      </p:sp>
      <p:sp>
        <p:nvSpPr>
          <p:cNvPr id="15" name="Titel 1">
            <a:extLst>
              <a:ext uri="{FF2B5EF4-FFF2-40B4-BE49-F238E27FC236}">
                <a16:creationId xmlns:a16="http://schemas.microsoft.com/office/drawing/2014/main" id="{D4303ED8-136B-40E2-A690-FE4668647E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lnSpc>
                <a:spcPts val="3200"/>
              </a:lnSpc>
              <a:defRPr lang="de-DE" sz="2500" noProof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Titel durch Klicken bearbeiten</a:t>
            </a:r>
          </a:p>
        </p:txBody>
      </p:sp>
      <p:sp>
        <p:nvSpPr>
          <p:cNvPr id="2" name="Text Placeholder 18">
            <a:extLst>
              <a:ext uri="{FF2B5EF4-FFF2-40B4-BE49-F238E27FC236}">
                <a16:creationId xmlns:a16="http://schemas.microsoft.com/office/drawing/2014/main" id="{B396E02D-F2E0-1B1F-A258-256C442E535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11161" y="684430"/>
            <a:ext cx="8508999" cy="321410"/>
          </a:xfrm>
          <a:prstGeom prst="rect">
            <a:avLst/>
          </a:prstGeom>
        </p:spPr>
        <p:txBody>
          <a:bodyPr lIns="0" tIns="93600" rIns="0" bIns="0"/>
          <a:lstStyle>
            <a:lvl1pPr marL="0" marR="0" indent="0" algn="l" defTabSz="914400" rtl="0" eaLnBrk="0" fontAlgn="base" latinLnBrk="0" hangingPunct="0">
              <a:lnSpc>
                <a:spcPts val="18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>
                <a:solidFill>
                  <a:schemeClr val="bg2"/>
                </a:solidFill>
                <a:latin typeface="+mj-lt"/>
              </a:defRPr>
            </a:lvl1pPr>
            <a:lvl2pPr marL="0" indent="0">
              <a:buNone/>
              <a:defRPr/>
            </a:lvl2pPr>
            <a:lvl3pPr marL="176213" indent="0">
              <a:buNone/>
              <a:defRPr/>
            </a:lvl3pPr>
            <a:lvl4pPr marL="360363" indent="0">
              <a:buNone/>
              <a:defRPr/>
            </a:lvl4pPr>
            <a:lvl5pPr marL="538162" indent="0">
              <a:buNone/>
              <a:defRPr/>
            </a:lvl5pPr>
          </a:lstStyle>
          <a:p>
            <a:pPr marL="0" marR="0" lvl="0" indent="0" algn="l" defTabSz="914400" rtl="0" eaLnBrk="0" fontAlgn="base" latinLnBrk="0" hangingPunct="0">
              <a:lnSpc>
                <a:spcPts val="18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altLang="zh-CN" sz="1800" noProof="0" dirty="0"/>
              <a:t>Untert</a:t>
            </a:r>
            <a:r>
              <a:rPr lang="de-DE" sz="1800" noProof="0" dirty="0"/>
              <a:t>itel durch Klicken bearbeiten</a:t>
            </a: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150819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wei Inhalte + Text (Hintergrun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/>
          <p:cNvSpPr/>
          <p:nvPr userDrawn="1"/>
        </p:nvSpPr>
        <p:spPr bwMode="auto">
          <a:xfrm>
            <a:off x="0" y="1771076"/>
            <a:ext cx="9144000" cy="3372424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r" eaLnBrk="0" hangingPunct="0"/>
            <a:endParaRPr lang="de-DE" sz="1000">
              <a:latin typeface="Arial" pitchFamily="34" charset="0"/>
            </a:endParaRP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E58CB1E-F828-4F11-99E0-327109AF9DA4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2" name="Fußzeilenplatzhalter 11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 dirty="0"/>
              <a:t>Dr. rer. nat. Erika Mustermann (TUM) | kann beliebig erweitert werden | Infos mit Strich trennen</a:t>
            </a:r>
            <a:endParaRPr lang="de-DE" noProof="0" dirty="0"/>
          </a:p>
        </p:txBody>
      </p:sp>
      <p:sp>
        <p:nvSpPr>
          <p:cNvPr id="8" name="Inhaltsplatzhalter 9"/>
          <p:cNvSpPr>
            <a:spLocks noGrp="1"/>
          </p:cNvSpPr>
          <p:nvPr>
            <p:ph sz="quarter" idx="18"/>
          </p:nvPr>
        </p:nvSpPr>
        <p:spPr>
          <a:xfrm>
            <a:off x="316992" y="1771076"/>
            <a:ext cx="4197858" cy="2934274"/>
          </a:xfrm>
          <a:prstGeom prst="rect">
            <a:avLst/>
          </a:prstGeom>
        </p:spPr>
        <p:txBody>
          <a:bodyPr lIns="0" rIns="0"/>
          <a:lstStyle>
            <a:lvl1pPr>
              <a:defRPr lang="de-DE" sz="14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sz="1400"/>
            </a:lvl2pPr>
            <a:lvl3pPr>
              <a:defRPr sz="1400" baseline="0"/>
            </a:lvl3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</p:txBody>
      </p:sp>
      <p:sp>
        <p:nvSpPr>
          <p:cNvPr id="11" name="Bildplatzhalter 2"/>
          <p:cNvSpPr>
            <a:spLocks noGrp="1"/>
          </p:cNvSpPr>
          <p:nvPr>
            <p:ph type="pic" sz="quarter" idx="14" hasCustomPrompt="1"/>
          </p:nvPr>
        </p:nvSpPr>
        <p:spPr>
          <a:xfrm>
            <a:off x="4648200" y="1771076"/>
            <a:ext cx="4180392" cy="2915225"/>
          </a:xfrm>
          <a:prstGeom prst="rect">
            <a:avLst/>
          </a:prstGeom>
        </p:spPr>
        <p:txBody>
          <a:bodyPr/>
          <a:lstStyle>
            <a:lvl1pPr>
              <a:lnSpc>
                <a:spcPct val="114000"/>
              </a:lnSpc>
              <a:defRPr sz="1400"/>
            </a:lvl1pPr>
          </a:lstStyle>
          <a:p>
            <a:endParaRPr lang="de-DE" dirty="0"/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9" hasCustomPrompt="1"/>
          </p:nvPr>
        </p:nvSpPr>
        <p:spPr>
          <a:xfrm>
            <a:off x="319090" y="1222524"/>
            <a:ext cx="8508999" cy="4957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14000"/>
              </a:lnSpc>
              <a:defRPr lang="de-DE" sz="1400" noProof="0" dirty="0" smtClean="0"/>
            </a:lvl1pPr>
          </a:lstStyle>
          <a:p>
            <a:pPr lvl="0"/>
            <a:r>
              <a:rPr lang="de-DE" noProof="0" dirty="0"/>
              <a:t>Inhalt durch Klicken bearbeiten</a:t>
            </a:r>
          </a:p>
        </p:txBody>
      </p:sp>
      <p:sp>
        <p:nvSpPr>
          <p:cNvPr id="15" name="Titel 1">
            <a:extLst>
              <a:ext uri="{FF2B5EF4-FFF2-40B4-BE49-F238E27FC236}">
                <a16:creationId xmlns:a16="http://schemas.microsoft.com/office/drawing/2014/main" id="{D4303ED8-136B-40E2-A690-FE4668647E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lnSpc>
                <a:spcPts val="3200"/>
              </a:lnSpc>
              <a:defRPr lang="de-DE" sz="2500" noProof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Titel durch Klicken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37029002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oße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liennummernplatzhalter 6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E58CB1E-F828-4F11-99E0-327109AF9DA4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2" name="Fußzeilenplatzhalter 11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 dirty="0"/>
              <a:t>Dr. rer. nat. Erika Mustermann (TUM) | kann beliebig erweitert werden | Infos mit Strich trennen</a:t>
            </a:r>
            <a:endParaRPr lang="de-DE" noProof="0" dirty="0"/>
          </a:p>
        </p:txBody>
      </p:sp>
      <p:sp>
        <p:nvSpPr>
          <p:cNvPr id="9" name="Bildplatzhalter 8"/>
          <p:cNvSpPr>
            <a:spLocks noGrp="1"/>
          </p:cNvSpPr>
          <p:nvPr>
            <p:ph type="pic" sz="quarter" idx="17"/>
          </p:nvPr>
        </p:nvSpPr>
        <p:spPr>
          <a:xfrm>
            <a:off x="0" y="1771076"/>
            <a:ext cx="9144000" cy="3367344"/>
          </a:xfrm>
          <a:prstGeom prst="rect">
            <a:avLst/>
          </a:prstGeom>
        </p:spPr>
        <p:txBody>
          <a:bodyPr/>
          <a:lstStyle>
            <a:lvl1pPr>
              <a:defRPr sz="1400"/>
            </a:lvl1pPr>
          </a:lstStyle>
          <a:p>
            <a:endParaRPr lang="de-DE" dirty="0"/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8" hasCustomPrompt="1"/>
          </p:nvPr>
        </p:nvSpPr>
        <p:spPr>
          <a:xfrm>
            <a:off x="319090" y="1222524"/>
            <a:ext cx="8508999" cy="4957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14000"/>
              </a:lnSpc>
              <a:defRPr lang="de-DE" sz="1400" noProof="0" dirty="0" smtClean="0"/>
            </a:lvl1pPr>
          </a:lstStyle>
          <a:p>
            <a:pPr lvl="0"/>
            <a:r>
              <a:rPr lang="de-DE" noProof="0" dirty="0"/>
              <a:t>Inhalt durch Klicken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B1164939-4755-42C9-9079-2B5AE284E2E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lnSpc>
                <a:spcPts val="3200"/>
              </a:lnSpc>
              <a:defRPr lang="de-DE" sz="2500" noProof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Titel durch Klicken bearbeiten</a:t>
            </a:r>
          </a:p>
        </p:txBody>
      </p:sp>
      <p:sp>
        <p:nvSpPr>
          <p:cNvPr id="2" name="Text Placeholder 18">
            <a:extLst>
              <a:ext uri="{FF2B5EF4-FFF2-40B4-BE49-F238E27FC236}">
                <a16:creationId xmlns:a16="http://schemas.microsoft.com/office/drawing/2014/main" id="{5FE9A9B3-89BF-F3DC-FA80-DEDD36A472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11161" y="684430"/>
            <a:ext cx="8508999" cy="321410"/>
          </a:xfrm>
          <a:prstGeom prst="rect">
            <a:avLst/>
          </a:prstGeom>
        </p:spPr>
        <p:txBody>
          <a:bodyPr lIns="0" tIns="93600" rIns="0" bIns="0"/>
          <a:lstStyle>
            <a:lvl1pPr marL="0" marR="0" indent="0" algn="l" defTabSz="914400" rtl="0" eaLnBrk="0" fontAlgn="base" latinLnBrk="0" hangingPunct="0">
              <a:lnSpc>
                <a:spcPts val="18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>
                <a:solidFill>
                  <a:schemeClr val="bg2"/>
                </a:solidFill>
                <a:latin typeface="+mj-lt"/>
              </a:defRPr>
            </a:lvl1pPr>
            <a:lvl2pPr marL="0" indent="0">
              <a:buNone/>
              <a:defRPr/>
            </a:lvl2pPr>
            <a:lvl3pPr marL="176213" indent="0">
              <a:buNone/>
              <a:defRPr/>
            </a:lvl3pPr>
            <a:lvl4pPr marL="360363" indent="0">
              <a:buNone/>
              <a:defRPr/>
            </a:lvl4pPr>
            <a:lvl5pPr marL="538162" indent="0">
              <a:buNone/>
              <a:defRPr/>
            </a:lvl5pPr>
          </a:lstStyle>
          <a:p>
            <a:pPr marL="0" marR="0" lvl="0" indent="0" algn="l" defTabSz="914400" rtl="0" eaLnBrk="0" fontAlgn="base" latinLnBrk="0" hangingPunct="0">
              <a:lnSpc>
                <a:spcPts val="18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altLang="zh-CN" sz="1800" noProof="0" dirty="0"/>
              <a:t>Untert</a:t>
            </a:r>
            <a:r>
              <a:rPr lang="de-DE" sz="1800" noProof="0" dirty="0"/>
              <a:t>itel durch Klicken bearbeiten</a:t>
            </a: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150819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große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liennummernplatzhalter 6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E58CB1E-F828-4F11-99E0-327109AF9DA4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2" name="Fußzeilenplatzhalter 11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 dirty="0"/>
              <a:t>Dr. rer. nat. Erika Mustermann (TUM) | kann beliebig erweitert werden | Infos mit Strich trennen</a:t>
            </a:r>
            <a:endParaRPr lang="de-DE" noProof="0" dirty="0"/>
          </a:p>
        </p:txBody>
      </p:sp>
      <p:sp>
        <p:nvSpPr>
          <p:cNvPr id="9" name="Bildplatzhalter 8"/>
          <p:cNvSpPr>
            <a:spLocks noGrp="1"/>
          </p:cNvSpPr>
          <p:nvPr>
            <p:ph type="pic" sz="quarter" idx="17"/>
          </p:nvPr>
        </p:nvSpPr>
        <p:spPr>
          <a:xfrm>
            <a:off x="0" y="1771076"/>
            <a:ext cx="9144000" cy="3367344"/>
          </a:xfrm>
          <a:prstGeom prst="rect">
            <a:avLst/>
          </a:prstGeom>
        </p:spPr>
        <p:txBody>
          <a:bodyPr/>
          <a:lstStyle>
            <a:lvl1pPr>
              <a:defRPr sz="1400"/>
            </a:lvl1pPr>
          </a:lstStyle>
          <a:p>
            <a:endParaRPr lang="de-DE" dirty="0"/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8" hasCustomPrompt="1"/>
          </p:nvPr>
        </p:nvSpPr>
        <p:spPr>
          <a:xfrm>
            <a:off x="319090" y="1222524"/>
            <a:ext cx="8508999" cy="4957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14000"/>
              </a:lnSpc>
              <a:defRPr lang="de-DE" sz="1400" noProof="0" dirty="0" smtClean="0"/>
            </a:lvl1pPr>
          </a:lstStyle>
          <a:p>
            <a:pPr lvl="0"/>
            <a:r>
              <a:rPr lang="de-DE" noProof="0" dirty="0"/>
              <a:t>Inhalt durch Klicken bearbeiten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B1164939-4755-42C9-9079-2B5AE284E2E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lnSpc>
                <a:spcPts val="3200"/>
              </a:lnSpc>
              <a:defRPr lang="de-DE" sz="2500" noProof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Titel durch Klicken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26112151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er formatfüll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2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1222524"/>
            <a:ext cx="9144000" cy="3920975"/>
          </a:xfrm>
          <a:prstGeom prst="rect">
            <a:avLst/>
          </a:prstGeom>
        </p:spPr>
        <p:txBody>
          <a:bodyPr/>
          <a:lstStyle>
            <a:lvl1pPr>
              <a:lnSpc>
                <a:spcPct val="114000"/>
              </a:lnSpc>
              <a:defRPr sz="1400"/>
            </a:lvl1pPr>
          </a:lstStyle>
          <a:p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E58CB1E-F828-4F11-99E0-327109AF9DA4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0" name="Fußzeilenplatzhalter 9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 dirty="0"/>
              <a:t>Dr. rer. nat. Erika Mustermann (TUM) | kann beliebig erweitert werden | Infos mit Strich trennen</a:t>
            </a:r>
            <a:endParaRPr lang="en-US" dirty="0"/>
          </a:p>
        </p:txBody>
      </p:sp>
      <p:sp>
        <p:nvSpPr>
          <p:cNvPr id="14" name="Titel 1">
            <a:extLst>
              <a:ext uri="{FF2B5EF4-FFF2-40B4-BE49-F238E27FC236}">
                <a16:creationId xmlns:a16="http://schemas.microsoft.com/office/drawing/2014/main" id="{6F6AFFF9-3343-4B1B-8898-C1F255D031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lnSpc>
                <a:spcPts val="3200"/>
              </a:lnSpc>
              <a:defRPr lang="de-DE" sz="2500" noProof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Titel durch Klicken bearbeiten</a:t>
            </a:r>
          </a:p>
        </p:txBody>
      </p:sp>
      <p:sp>
        <p:nvSpPr>
          <p:cNvPr id="2" name="Text Placeholder 18">
            <a:extLst>
              <a:ext uri="{FF2B5EF4-FFF2-40B4-BE49-F238E27FC236}">
                <a16:creationId xmlns:a16="http://schemas.microsoft.com/office/drawing/2014/main" id="{FB6134F2-2761-390F-47D1-C1565FBC87C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11161" y="684430"/>
            <a:ext cx="8508999" cy="321410"/>
          </a:xfrm>
          <a:prstGeom prst="rect">
            <a:avLst/>
          </a:prstGeom>
        </p:spPr>
        <p:txBody>
          <a:bodyPr lIns="0" tIns="93600" rIns="0" bIns="0"/>
          <a:lstStyle>
            <a:lvl1pPr marL="0" marR="0" indent="0" algn="l" defTabSz="914400" rtl="0" eaLnBrk="0" fontAlgn="base" latinLnBrk="0" hangingPunct="0">
              <a:lnSpc>
                <a:spcPts val="18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800">
                <a:solidFill>
                  <a:schemeClr val="bg2"/>
                </a:solidFill>
                <a:latin typeface="+mj-lt"/>
              </a:defRPr>
            </a:lvl1pPr>
            <a:lvl2pPr marL="0" indent="0">
              <a:buNone/>
              <a:defRPr/>
            </a:lvl2pPr>
            <a:lvl3pPr marL="176213" indent="0">
              <a:buNone/>
              <a:defRPr/>
            </a:lvl3pPr>
            <a:lvl4pPr marL="360363" indent="0">
              <a:buNone/>
              <a:defRPr/>
            </a:lvl4pPr>
            <a:lvl5pPr marL="538162" indent="0">
              <a:buNone/>
              <a:defRPr/>
            </a:lvl5pPr>
          </a:lstStyle>
          <a:p>
            <a:pPr marL="0" marR="0" lvl="0" indent="0" algn="l" defTabSz="914400" rtl="0" eaLnBrk="0" fontAlgn="base" latinLnBrk="0" hangingPunct="0">
              <a:lnSpc>
                <a:spcPts val="18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altLang="zh-CN" sz="1800" noProof="0" dirty="0"/>
              <a:t>Untert</a:t>
            </a:r>
            <a:r>
              <a:rPr lang="de-DE" sz="1800" noProof="0" dirty="0"/>
              <a:t>itel durch Klicken bearbeiten</a:t>
            </a: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798737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ilder formatfüll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2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1222524"/>
            <a:ext cx="9144000" cy="3920975"/>
          </a:xfrm>
          <a:prstGeom prst="rect">
            <a:avLst/>
          </a:prstGeom>
        </p:spPr>
        <p:txBody>
          <a:bodyPr/>
          <a:lstStyle>
            <a:lvl1pPr>
              <a:lnSpc>
                <a:spcPct val="114000"/>
              </a:lnSpc>
              <a:defRPr sz="1400"/>
            </a:lvl1pPr>
          </a:lstStyle>
          <a:p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E58CB1E-F828-4F11-99E0-327109AF9DA4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0" name="Fußzeilenplatzhalter 9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 dirty="0"/>
              <a:t>Dr. rer. nat. Erika Mustermann (TUM) | kann beliebig erweitert werden | Infos mit Strich trennen</a:t>
            </a:r>
            <a:endParaRPr lang="en-US" dirty="0"/>
          </a:p>
        </p:txBody>
      </p:sp>
      <p:sp>
        <p:nvSpPr>
          <p:cNvPr id="14" name="Titel 1">
            <a:extLst>
              <a:ext uri="{FF2B5EF4-FFF2-40B4-BE49-F238E27FC236}">
                <a16:creationId xmlns:a16="http://schemas.microsoft.com/office/drawing/2014/main" id="{6F6AFFF9-3343-4B1B-8898-C1F255D031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1162" y="293460"/>
            <a:ext cx="8508999" cy="3808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lnSpc>
                <a:spcPts val="3200"/>
              </a:lnSpc>
              <a:defRPr lang="de-DE" sz="2500" noProof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Titel durch Klicken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328783731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el 1"/>
          <p:cNvSpPr>
            <a:spLocks noGrp="1"/>
          </p:cNvSpPr>
          <p:nvPr>
            <p:ph type="title" hasCustomPrompt="1"/>
          </p:nvPr>
        </p:nvSpPr>
        <p:spPr>
          <a:xfrm>
            <a:off x="319090" y="972000"/>
            <a:ext cx="8508999" cy="12311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lnSpc>
                <a:spcPts val="3200"/>
              </a:lnSpc>
              <a:defRPr lang="de-DE" sz="2500" baseline="0" noProof="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noProof="0" dirty="0"/>
              <a:t>Präsentationsmuster</a:t>
            </a:r>
            <a:br>
              <a:rPr lang="de-DE" noProof="0" dirty="0"/>
            </a:br>
            <a:br>
              <a:rPr lang="de-DE" noProof="0" dirty="0"/>
            </a:br>
            <a:r>
              <a:rPr lang="de-DE" noProof="0" dirty="0"/>
              <a:t>kann auch als </a:t>
            </a:r>
            <a:r>
              <a:rPr lang="de-DE" noProof="0" dirty="0" err="1"/>
              <a:t>Kapiteltrenner</a:t>
            </a:r>
            <a:r>
              <a:rPr lang="de-DE" noProof="0" dirty="0"/>
              <a:t> verwendet werden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E58CB1E-F828-4F11-99E0-327109AF9DA4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de-DE" dirty="0"/>
              <a:t>Dr. rer. nat. Erika Mustermann (TUM) | kann beliebig erweitert werden | Infos mit Strich trennen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85509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el 1"/>
          <p:cNvSpPr>
            <a:spLocks noGrp="1"/>
          </p:cNvSpPr>
          <p:nvPr>
            <p:ph type="title" hasCustomPrompt="1"/>
          </p:nvPr>
        </p:nvSpPr>
        <p:spPr>
          <a:xfrm>
            <a:off x="319090" y="972000"/>
            <a:ext cx="8508999" cy="12311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lnSpc>
                <a:spcPts val="3200"/>
              </a:lnSpc>
              <a:defRPr lang="de-DE" sz="2500" noProof="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noProof="0" dirty="0"/>
              <a:t>Präsentationsmuster</a:t>
            </a:r>
            <a:br>
              <a:rPr lang="de-DE" noProof="0" dirty="0"/>
            </a:br>
            <a:br>
              <a:rPr lang="de-DE" noProof="0" dirty="0"/>
            </a:br>
            <a:r>
              <a:rPr lang="de-DE" noProof="0" dirty="0"/>
              <a:t>kann auch als </a:t>
            </a:r>
            <a:r>
              <a:rPr lang="de-DE" noProof="0" dirty="0" err="1"/>
              <a:t>Kapiteltrenner</a:t>
            </a:r>
            <a:r>
              <a:rPr lang="de-DE" noProof="0" dirty="0"/>
              <a:t> verwendet werden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E58CB1E-F828-4F11-99E0-327109AF9DA4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Dr. rer. nat. Erika Mustermann (TUM) | kann beliebig erweitert werden | Infos mit Strich trennen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8550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wmf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theme" Target="../theme/theme3.xml"/><Relationship Id="rId4" Type="http://schemas.openxmlformats.org/officeDocument/2006/relationships/image" Target="../media/image3.jpeg"/><Relationship Id="rId5" Type="http://schemas.openxmlformats.org/officeDocument/2006/relationships/image" Target="../media/image4.emf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slideLayout" Target="../slideLayouts/slideLayout7.xml"/><Relationship Id="rId3" Type="http://schemas.openxmlformats.org/officeDocument/2006/relationships/theme" Target="../theme/theme4.xml"/><Relationship Id="rId4" Type="http://schemas.openxmlformats.org/officeDocument/2006/relationships/image" Target="../media/image1.wmf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slideLayout" Target="../slideLayouts/slideLayout9.xml"/><Relationship Id="rId3" Type="http://schemas.openxmlformats.org/officeDocument/2006/relationships/slideLayout" Target="../slideLayouts/slideLayout10.xml"/><Relationship Id="rId4" Type="http://schemas.openxmlformats.org/officeDocument/2006/relationships/slideLayout" Target="../slideLayouts/slideLayout11.xml"/><Relationship Id="rId5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3.xml"/><Relationship Id="rId7" Type="http://schemas.openxmlformats.org/officeDocument/2006/relationships/slideLayout" Target="../slideLayouts/slideLayout14.xml"/><Relationship Id="rId8" Type="http://schemas.openxmlformats.org/officeDocument/2006/relationships/slideLayout" Target="../slideLayouts/slideLayout15.xml"/><Relationship Id="rId9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1.xml"/><Relationship Id="rId15" Type="http://schemas.openxmlformats.org/officeDocument/2006/relationships/slideLayout" Target="../slideLayouts/slideLayout22.xml"/><Relationship Id="rId16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5.xml"/><Relationship Id="rId19" Type="http://schemas.openxmlformats.org/officeDocument/2006/relationships/theme" Target="../theme/theme5.xml"/><Relationship Id="rId20" Type="http://schemas.openxmlformats.org/officeDocument/2006/relationships/image" Target="../media/image1.wmf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theme" Target="../theme/theme6.xml"/><Relationship Id="rId3" Type="http://schemas.openxmlformats.org/officeDocument/2006/relationships/image" Target="../media/image4.emf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theme" Target="../theme/theme7.xml"/><Relationship Id="rId3" Type="http://schemas.openxmlformats.org/officeDocument/2006/relationships/image" Target="../media/image4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ußzeilenplatzhalter 3"/>
          <p:cNvSpPr>
            <a:spLocks noGrp="1"/>
          </p:cNvSpPr>
          <p:nvPr>
            <p:ph type="ftr" sz="quarter" idx="3"/>
          </p:nvPr>
        </p:nvSpPr>
        <p:spPr>
          <a:xfrm>
            <a:off x="311162" y="4854985"/>
            <a:ext cx="7829538" cy="28851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Dr. rer. nat. Erika Mustermann (TUM) | kann beliebig erweitert werden | Infos mit Strich trennen</a:t>
            </a:r>
            <a:endParaRPr lang="en-US" dirty="0"/>
          </a:p>
        </p:txBody>
      </p:sp>
      <p:sp>
        <p:nvSpPr>
          <p:cNvPr id="11" name="Foliennummernplatzhalter 4"/>
          <p:cNvSpPr>
            <a:spLocks noGrp="1"/>
          </p:cNvSpPr>
          <p:nvPr>
            <p:ph type="sldNum" sz="quarter" idx="4"/>
          </p:nvPr>
        </p:nvSpPr>
        <p:spPr>
          <a:xfrm>
            <a:off x="6774934" y="4854985"/>
            <a:ext cx="2052000" cy="273844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fld id="{CE58CB1E-F828-4F11-99E0-327109AF9DA4}" type="slidenum">
              <a:rPr lang="de-DE" smtClean="0"/>
              <a:pPr/>
              <a:t>‹#›</a:t>
            </a:fld>
            <a:endParaRPr lang="de-DE" dirty="0"/>
          </a:p>
        </p:txBody>
      </p:sp>
      <p:pic>
        <p:nvPicPr>
          <p:cNvPr id="5" name="Bild 8" descr="20150416 tum logo blau png final.png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8218800" y="324000"/>
            <a:ext cx="604774" cy="318516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</p:sldLayoutIdLst>
  <p:hf hdr="0" dt="0"/>
  <p:txStyles>
    <p:titleStyle>
      <a:lvl1pPr algn="l" rtl="0" eaLnBrk="1" fontAlgn="base" hangingPunct="1">
        <a:lnSpc>
          <a:spcPct val="125000"/>
        </a:lnSpc>
        <a:spcBef>
          <a:spcPct val="0"/>
        </a:spcBef>
        <a:spcAft>
          <a:spcPct val="0"/>
        </a:spcAft>
        <a:defRPr sz="2200" b="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9pPr>
    </p:titleStyle>
    <p:bodyStyle>
      <a:lvl1pPr algn="l" rtl="0" eaLnBrk="1" fontAlgn="base" hangingPunct="1">
        <a:lnSpc>
          <a:spcPct val="100000"/>
        </a:lnSpc>
        <a:spcBef>
          <a:spcPct val="0"/>
        </a:spcBef>
        <a:spcAft>
          <a:spcPct val="0"/>
        </a:spcAft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176213" indent="-176213" algn="l" rtl="0" eaLnBrk="1" fontAlgn="base" hangingPunct="1">
        <a:lnSpc>
          <a:spcPct val="100000"/>
        </a:lnSpc>
        <a:spcBef>
          <a:spcPct val="0"/>
        </a:spcBef>
        <a:spcAft>
          <a:spcPct val="0"/>
        </a:spcAft>
        <a:buFont typeface="Arial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360363" indent="-184150" algn="l" rtl="0" eaLnBrk="1" fontAlgn="base" hangingPunct="1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38163" indent="-177800" algn="l" rtl="0" eaLnBrk="1" fontAlgn="base" hangingPunct="1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14375" indent="-176213" algn="l" rtl="0" eaLnBrk="1" fontAlgn="base" hangingPunct="1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769662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feld 22"/>
          <p:cNvSpPr txBox="1"/>
          <p:nvPr/>
        </p:nvSpPr>
        <p:spPr>
          <a:xfrm>
            <a:off x="7713330" y="4922462"/>
            <a:ext cx="1115376" cy="210507"/>
          </a:xfrm>
          <a:prstGeom prst="rect">
            <a:avLst/>
          </a:prstGeom>
        </p:spPr>
        <p:txBody>
          <a:bodyPr wrap="square" lIns="0" tIns="0" rIns="0" bIns="0" rtlCol="0" anchor="b" anchorCtr="0">
            <a:spAutoFit/>
          </a:bodyPr>
          <a:lstStyle/>
          <a:p>
            <a:pPr algn="r">
              <a:lnSpc>
                <a:spcPct val="114000"/>
              </a:lnSpc>
            </a:pPr>
            <a:fld id="{C51078C5-4710-4254-8001-F1C0900803FD}" type="slidenum">
              <a:rPr lang="de-DE" sz="1200" smtClean="0">
                <a:latin typeface="+mn-lt"/>
                <a:cs typeface="Arial" pitchFamily="34" charset="0"/>
              </a:rPr>
              <a:pPr algn="r">
                <a:lnSpc>
                  <a:spcPct val="114000"/>
                </a:lnSpc>
              </a:pPr>
              <a:t>‹#›</a:t>
            </a:fld>
            <a:endParaRPr lang="de-DE" sz="1200" dirty="0">
              <a:latin typeface="+mn-lt"/>
              <a:cs typeface="Arial" pitchFamily="34" charset="0"/>
            </a:endParaRPr>
          </a:p>
        </p:txBody>
      </p:sp>
      <p:pic>
        <p:nvPicPr>
          <p:cNvPr id="5" name="Bild 4" descr="Fahnen_HG.jpg"/>
          <p:cNvPicPr>
            <a:picLocks noChangeAspect="1"/>
          </p:cNvPicPr>
          <p:nvPr/>
        </p:nvPicPr>
        <p:blipFill>
          <a:blip r:embed="rId4" cstate="screen"/>
          <a:srcRect l="398" t="14167" b="1083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7" name="Bild 6" descr="20150416 tum logo blau png fin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18800" y="324000"/>
            <a:ext cx="599513" cy="320288"/>
          </a:xfrm>
          <a:prstGeom prst="rect">
            <a:avLst/>
          </a:prstGeom>
        </p:spPr>
      </p:pic>
      <p:sp>
        <p:nvSpPr>
          <p:cNvPr id="8" name="Foliennummernplatzhalter 4"/>
          <p:cNvSpPr>
            <a:spLocks noGrp="1"/>
          </p:cNvSpPr>
          <p:nvPr>
            <p:ph type="sldNum" sz="quarter" idx="4"/>
          </p:nvPr>
        </p:nvSpPr>
        <p:spPr>
          <a:xfrm>
            <a:off x="6774934" y="4854985"/>
            <a:ext cx="2052000" cy="273844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100">
                <a:solidFill>
                  <a:schemeClr val="bg1"/>
                </a:solidFill>
              </a:defRPr>
            </a:lvl1pPr>
          </a:lstStyle>
          <a:p>
            <a:fld id="{CE58CB1E-F828-4F11-99E0-327109AF9DA4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10" name="Fußzeilenplatzhalter 3"/>
          <p:cNvSpPr>
            <a:spLocks noGrp="1"/>
          </p:cNvSpPr>
          <p:nvPr>
            <p:ph type="ftr" sz="quarter" idx="3"/>
          </p:nvPr>
        </p:nvSpPr>
        <p:spPr>
          <a:xfrm>
            <a:off x="311162" y="4854985"/>
            <a:ext cx="6464280" cy="273844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1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Dr. rer. nat. Erika Mustermann (TUM) | kann beliebig erweitert werden | Infos mit Strich trennen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724" r:id="rId2"/>
  </p:sldLayoutIdLst>
  <p:hf hdr="0" dt="0"/>
  <p:txStyles>
    <p:titleStyle>
      <a:lvl1pPr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defRPr sz="2200" b="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9pPr>
    </p:titleStyle>
    <p:bodyStyle>
      <a:lvl1pPr algn="l" rtl="0" eaLnBrk="0" fontAlgn="base" hangingPunct="0">
        <a:lnSpc>
          <a:spcPct val="100000"/>
        </a:lnSpc>
        <a:spcBef>
          <a:spcPct val="0"/>
        </a:spcBef>
        <a:spcAft>
          <a:spcPct val="0"/>
        </a:spcAft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176213" indent="-176213" algn="l" rtl="0" eaLnBrk="0" fontAlgn="base" hangingPunct="0">
        <a:lnSpc>
          <a:spcPct val="100000"/>
        </a:lnSpc>
        <a:spcBef>
          <a:spcPct val="0"/>
        </a:spcBef>
        <a:spcAft>
          <a:spcPct val="0"/>
        </a:spcAft>
        <a:buFont typeface="Arial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360363" indent="-184150"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38163" indent="-177800"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14375" indent="-176213"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liennummernplatzhalter 4"/>
          <p:cNvSpPr>
            <a:spLocks noGrp="1"/>
          </p:cNvSpPr>
          <p:nvPr>
            <p:ph type="sldNum" sz="quarter" idx="4"/>
          </p:nvPr>
        </p:nvSpPr>
        <p:spPr>
          <a:xfrm>
            <a:off x="6774934" y="4854985"/>
            <a:ext cx="2052000" cy="273844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fld id="{CE58CB1E-F828-4F11-99E0-327109AF9DA4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0" name="Fußzeilenplatzhalter 3"/>
          <p:cNvSpPr>
            <a:spLocks noGrp="1"/>
          </p:cNvSpPr>
          <p:nvPr>
            <p:ph type="ftr" sz="quarter" idx="3"/>
          </p:nvPr>
        </p:nvSpPr>
        <p:spPr>
          <a:xfrm>
            <a:off x="311162" y="4854985"/>
            <a:ext cx="6464280" cy="273844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Dr. rer. nat. Erika Mustermann (TUM) | kann beliebig erweitert werden | Infos mit Strich trennen</a:t>
            </a:r>
            <a:endParaRPr lang="en-US" dirty="0"/>
          </a:p>
        </p:txBody>
      </p:sp>
      <p:pic>
        <p:nvPicPr>
          <p:cNvPr id="7" name="Bild 6" descr="20150416 tum logo blau png fin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8411" y="324000"/>
            <a:ext cx="604774" cy="318516"/>
          </a:xfrm>
          <a:prstGeom prst="rect">
            <a:avLst/>
          </a:prstGeom>
        </p:spPr>
      </p:pic>
      <p:sp>
        <p:nvSpPr>
          <p:cNvPr id="11" name="Textfeld 10"/>
          <p:cNvSpPr txBox="1"/>
          <p:nvPr userDrawn="1"/>
        </p:nvSpPr>
        <p:spPr>
          <a:xfrm>
            <a:off x="319506" y="321468"/>
            <a:ext cx="7160425" cy="34624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ts val="900"/>
              </a:lnSpc>
            </a:pPr>
            <a:r>
              <a:rPr lang="en-US" sz="800" dirty="0">
                <a:solidFill>
                  <a:schemeClr val="tx2"/>
                </a:solidFill>
                <a:latin typeface="+mn-lt"/>
              </a:rPr>
              <a:t>Chair of High-Power Converter Systems</a:t>
            </a:r>
            <a:endParaRPr lang="de-DE" sz="800" kern="1200" dirty="0">
              <a:solidFill>
                <a:schemeClr val="tx2"/>
              </a:solidFill>
              <a:latin typeface="+mn-lt"/>
              <a:ea typeface="+mn-ea"/>
              <a:cs typeface="Arial" charset="0"/>
            </a:endParaRPr>
          </a:p>
          <a:p>
            <a:pPr>
              <a:lnSpc>
                <a:spcPts val="900"/>
              </a:lnSpc>
            </a:pPr>
            <a:r>
              <a:rPr lang="en-US" sz="800" kern="1200" dirty="0">
                <a:solidFill>
                  <a:schemeClr val="tx2"/>
                </a:solidFill>
                <a:latin typeface="+mn-lt"/>
                <a:ea typeface="+mn-ea"/>
                <a:cs typeface="Arial" charset="0"/>
              </a:rPr>
              <a:t>TUM School of Engineering and Design</a:t>
            </a:r>
            <a:endParaRPr lang="de-DE" sz="800" kern="1200" dirty="0">
              <a:solidFill>
                <a:schemeClr val="tx2"/>
              </a:solidFill>
              <a:latin typeface="+mn-lt"/>
              <a:ea typeface="+mn-ea"/>
              <a:cs typeface="Arial" charset="0"/>
            </a:endParaRPr>
          </a:p>
          <a:p>
            <a:pPr>
              <a:lnSpc>
                <a:spcPts val="900"/>
              </a:lnSpc>
            </a:pPr>
            <a:r>
              <a:rPr lang="de-DE" sz="800" baseline="0" dirty="0">
                <a:solidFill>
                  <a:schemeClr val="tx2"/>
                </a:solidFill>
                <a:latin typeface="+mn-lt"/>
              </a:rPr>
              <a:t>Technical University of Munich</a:t>
            </a:r>
            <a:endParaRPr lang="de-DE" sz="800" dirty="0">
              <a:solidFill>
                <a:schemeClr val="tx2"/>
              </a:solidFill>
              <a:latin typeface="+mn-lt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</p:sldLayoutIdLst>
  <p:hf hdr="0" dt="0"/>
  <p:txStyles>
    <p:titleStyle>
      <a:lvl1pPr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defRPr sz="2200" b="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9pPr>
    </p:titleStyle>
    <p:bodyStyle>
      <a:lvl1pPr algn="l" rtl="0" eaLnBrk="0" fontAlgn="base" hangingPunct="0">
        <a:lnSpc>
          <a:spcPct val="100000"/>
        </a:lnSpc>
        <a:spcBef>
          <a:spcPct val="0"/>
        </a:spcBef>
        <a:spcAft>
          <a:spcPct val="0"/>
        </a:spcAft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176213" indent="-176213" algn="l" rtl="0" eaLnBrk="0" fontAlgn="base" hangingPunct="0">
        <a:lnSpc>
          <a:spcPct val="100000"/>
        </a:lnSpc>
        <a:spcBef>
          <a:spcPct val="0"/>
        </a:spcBef>
        <a:spcAft>
          <a:spcPct val="0"/>
        </a:spcAft>
        <a:buFont typeface="Arial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360363" indent="-184150"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38163" indent="-177800"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14375" indent="-176213"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ild 2" descr="20150416 tum logo blau png final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218411" y="324000"/>
            <a:ext cx="604774" cy="318516"/>
          </a:xfrm>
          <a:prstGeom prst="rect">
            <a:avLst/>
          </a:prstGeom>
        </p:spPr>
      </p:pic>
      <p:sp>
        <p:nvSpPr>
          <p:cNvPr id="5" name="Foliennummernplatzhalter 4"/>
          <p:cNvSpPr>
            <a:spLocks noGrp="1"/>
          </p:cNvSpPr>
          <p:nvPr>
            <p:ph type="sldNum" sz="quarter" idx="4"/>
          </p:nvPr>
        </p:nvSpPr>
        <p:spPr>
          <a:xfrm>
            <a:off x="6774934" y="4854985"/>
            <a:ext cx="2052074" cy="273844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fld id="{CE58CB1E-F828-4F11-99E0-327109AF9DA4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6" name="Fußzeilenplatzhalter 3"/>
          <p:cNvSpPr>
            <a:spLocks noGrp="1"/>
          </p:cNvSpPr>
          <p:nvPr>
            <p:ph type="ftr" sz="quarter" idx="3"/>
          </p:nvPr>
        </p:nvSpPr>
        <p:spPr>
          <a:xfrm>
            <a:off x="311162" y="4854985"/>
            <a:ext cx="6464280" cy="273844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Dr. rer. nat. Erika Mustermann (TUM) | kann beliebig erweitert werden | Infos mit Strich trennen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54" r:id="rId2"/>
    <p:sldLayoutId id="2147483716" r:id="rId3"/>
    <p:sldLayoutId id="2147483704" r:id="rId4"/>
    <p:sldLayoutId id="2147483714" r:id="rId5"/>
    <p:sldLayoutId id="2147483713" r:id="rId6"/>
    <p:sldLayoutId id="2147483712" r:id="rId7"/>
    <p:sldLayoutId id="2147483715" r:id="rId8"/>
    <p:sldLayoutId id="2147483657" r:id="rId9"/>
    <p:sldLayoutId id="2147483717" r:id="rId10"/>
    <p:sldLayoutId id="2147483711" r:id="rId11"/>
    <p:sldLayoutId id="2147483718" r:id="rId12"/>
    <p:sldLayoutId id="2147483703" r:id="rId13"/>
    <p:sldLayoutId id="2147483719" r:id="rId14"/>
    <p:sldLayoutId id="2147483653" r:id="rId15"/>
    <p:sldLayoutId id="2147483721" r:id="rId16"/>
    <p:sldLayoutId id="2147483656" r:id="rId17"/>
    <p:sldLayoutId id="2147483720" r:id="rId18"/>
  </p:sldLayoutIdLst>
  <p:hf hdr="0" dt="0"/>
  <p:txStyles>
    <p:titleStyle>
      <a:lvl1pPr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defRPr sz="2500" b="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9pPr>
    </p:titleStyle>
    <p:bodyStyle>
      <a:lvl1pPr algn="l" rtl="0" eaLnBrk="0" fontAlgn="base" hangingPunct="0">
        <a:lnSpc>
          <a:spcPct val="100000"/>
        </a:lnSpc>
        <a:spcBef>
          <a:spcPct val="0"/>
        </a:spcBef>
        <a:spcAft>
          <a:spcPct val="0"/>
        </a:spcAft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176213" indent="-176213" algn="l" rtl="0" eaLnBrk="0" fontAlgn="base" hangingPunct="0">
        <a:lnSpc>
          <a:spcPct val="100000"/>
        </a:lnSpc>
        <a:spcBef>
          <a:spcPct val="0"/>
        </a:spcBef>
        <a:spcAft>
          <a:spcPct val="0"/>
        </a:spcAft>
        <a:buFont typeface="Arial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360363" indent="-184150"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38163" indent="-177800"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14375" indent="-176213"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/>
          <p:cNvSpPr/>
          <p:nvPr/>
        </p:nvSpPr>
        <p:spPr bwMode="hidden"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endParaRPr lang="de-DE" dirty="0"/>
          </a:p>
        </p:txBody>
      </p:sp>
      <p:pic>
        <p:nvPicPr>
          <p:cNvPr id="4" name="Bild 3" descr="20150416 tum logo blau png 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black">
          <a:xfrm>
            <a:off x="8218800" y="324000"/>
            <a:ext cx="599513" cy="320288"/>
          </a:xfrm>
          <a:prstGeom prst="rect">
            <a:avLst/>
          </a:prstGeom>
        </p:spPr>
      </p:pic>
      <p:sp>
        <p:nvSpPr>
          <p:cNvPr id="7" name="Foliennummernplatzhalter 4"/>
          <p:cNvSpPr>
            <a:spLocks noGrp="1"/>
          </p:cNvSpPr>
          <p:nvPr>
            <p:ph type="sldNum" sz="quarter" idx="4"/>
          </p:nvPr>
        </p:nvSpPr>
        <p:spPr>
          <a:xfrm>
            <a:off x="6774934" y="4854985"/>
            <a:ext cx="2052000" cy="273844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100">
                <a:solidFill>
                  <a:schemeClr val="bg1"/>
                </a:solidFill>
              </a:defRPr>
            </a:lvl1pPr>
          </a:lstStyle>
          <a:p>
            <a:fld id="{CE58CB1E-F828-4F11-99E0-327109AF9DA4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8" name="Fußzeilenplatzhalter 3"/>
          <p:cNvSpPr>
            <a:spLocks noGrp="1"/>
          </p:cNvSpPr>
          <p:nvPr>
            <p:ph type="ftr" sz="quarter" idx="3"/>
          </p:nvPr>
        </p:nvSpPr>
        <p:spPr>
          <a:xfrm>
            <a:off x="311162" y="4854985"/>
            <a:ext cx="6464280" cy="273844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1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Dr. rer. nat. Erika Mustermann (TUM) | kann beliebig erweitert werden | Infos mit Strich trennen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</p:sldLayoutIdLst>
  <p:hf hdr="0" dt="0"/>
  <p:txStyles>
    <p:titleStyle>
      <a:lvl1pPr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defRPr sz="2200" b="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9pPr>
    </p:titleStyle>
    <p:bodyStyle>
      <a:lvl1pPr algn="l" rtl="0" eaLnBrk="0" fontAlgn="base" hangingPunct="0">
        <a:lnSpc>
          <a:spcPct val="100000"/>
        </a:lnSpc>
        <a:spcBef>
          <a:spcPct val="0"/>
        </a:spcBef>
        <a:spcAft>
          <a:spcPct val="0"/>
        </a:spcAft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176213" indent="-176213" algn="l" rtl="0" eaLnBrk="0" fontAlgn="base" hangingPunct="0">
        <a:lnSpc>
          <a:spcPct val="100000"/>
        </a:lnSpc>
        <a:spcBef>
          <a:spcPct val="0"/>
        </a:spcBef>
        <a:spcAft>
          <a:spcPct val="0"/>
        </a:spcAft>
        <a:buFont typeface="Arial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360363" indent="-184150"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38163" indent="-177800"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14375" indent="-176213"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/>
          <p:cNvSpPr/>
          <p:nvPr/>
        </p:nvSpPr>
        <p:spPr bwMode="hidden">
          <a:xfrm>
            <a:off x="0" y="0"/>
            <a:ext cx="9144000" cy="51435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endParaRPr lang="de-DE" dirty="0">
              <a:solidFill>
                <a:schemeClr val="bg1"/>
              </a:solidFill>
            </a:endParaRPr>
          </a:p>
        </p:txBody>
      </p:sp>
      <p:pic>
        <p:nvPicPr>
          <p:cNvPr id="4" name="Bild 3" descr="20150416 tum logo blau png 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black">
          <a:xfrm>
            <a:off x="8218800" y="324000"/>
            <a:ext cx="599513" cy="320288"/>
          </a:xfrm>
          <a:prstGeom prst="rect">
            <a:avLst/>
          </a:prstGeom>
        </p:spPr>
      </p:pic>
      <p:sp>
        <p:nvSpPr>
          <p:cNvPr id="9" name="Foliennummernplatzhalter 4"/>
          <p:cNvSpPr>
            <a:spLocks noGrp="1"/>
          </p:cNvSpPr>
          <p:nvPr>
            <p:ph type="sldNum" sz="quarter" idx="4"/>
          </p:nvPr>
        </p:nvSpPr>
        <p:spPr>
          <a:xfrm>
            <a:off x="6774934" y="4854985"/>
            <a:ext cx="2052000" cy="273844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100">
                <a:solidFill>
                  <a:schemeClr val="bg1"/>
                </a:solidFill>
              </a:defRPr>
            </a:lvl1pPr>
          </a:lstStyle>
          <a:p>
            <a:fld id="{CE58CB1E-F828-4F11-99E0-327109AF9DA4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0" name="Fußzeilenplatzhalter 3"/>
          <p:cNvSpPr>
            <a:spLocks noGrp="1"/>
          </p:cNvSpPr>
          <p:nvPr>
            <p:ph type="ftr" sz="quarter" idx="3"/>
          </p:nvPr>
        </p:nvSpPr>
        <p:spPr>
          <a:xfrm>
            <a:off x="311162" y="4854985"/>
            <a:ext cx="6464280" cy="273844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1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Dr. rer. nat. Erika Mustermann (TUM) | kann beliebig erweitert werden | Infos mit Strich trennen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</p:sldLayoutIdLst>
  <p:hf hdr="0" dt="0"/>
  <p:txStyles>
    <p:titleStyle>
      <a:lvl1pPr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defRPr sz="2200" b="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2000" b="1">
          <a:solidFill>
            <a:schemeClr val="tx2"/>
          </a:solidFill>
          <a:latin typeface="Arial" charset="0"/>
          <a:cs typeface="Arial" charset="0"/>
        </a:defRPr>
      </a:lvl9pPr>
    </p:titleStyle>
    <p:bodyStyle>
      <a:lvl1pPr algn="l" rtl="0" eaLnBrk="0" fontAlgn="base" hangingPunct="0">
        <a:lnSpc>
          <a:spcPct val="100000"/>
        </a:lnSpc>
        <a:spcBef>
          <a:spcPct val="0"/>
        </a:spcBef>
        <a:spcAft>
          <a:spcPct val="0"/>
        </a:spcAft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176213" indent="-176213" algn="l" rtl="0" eaLnBrk="0" fontAlgn="base" hangingPunct="0">
        <a:lnSpc>
          <a:spcPct val="100000"/>
        </a:lnSpc>
        <a:spcBef>
          <a:spcPct val="0"/>
        </a:spcBef>
        <a:spcAft>
          <a:spcPct val="0"/>
        </a:spcAft>
        <a:buFont typeface="Arial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360363" indent="-184150"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38163" indent="-177800"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14375" indent="-176213" algn="l" rtl="0" eaLnBrk="0" fontAlgn="base" hangingPunct="0">
        <a:lnSpc>
          <a:spcPct val="125000"/>
        </a:lnSpc>
        <a:spcBef>
          <a:spcPct val="0"/>
        </a:spcBef>
        <a:spcAft>
          <a:spcPct val="0"/>
        </a:spcAft>
        <a:buFont typeface="Symbol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03359"/>
                </a:solidFill>
              </a:rPr>
              <a:t>Cold Detection on URTIC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sz="1600">
                <a:solidFill>
                  <a:srgbClr val="3C3C3C"/>
                </a:solidFill>
              </a:rPr>
              <a:t>Mid-term result &amp; plan for the final submission</a:t>
            </a:r>
          </a:p>
          <a:p>
            <a:r>
              <a:rPr sz="1300">
                <a:solidFill>
                  <a:srgbClr val="3C3C3C"/>
                </a:solidFill>
              </a:rPr>
              <a:t/>
            </a:r>
          </a:p>
          <a:p>
            <a:r>
              <a:rPr sz="1300">
                <a:solidFill>
                  <a:srgbClr val="3C3C3C"/>
                </a:solidFill>
              </a:rPr>
              <a:t>Christoph Feldkircher  |  Tony Lee  |  Sai Sashank Chouksey</a:t>
            </a:r>
          </a:p>
          <a:p>
            <a:r>
              <a:rPr sz="1300">
                <a:solidFill>
                  <a:srgbClr val="3C3C3C"/>
                </a:solidFill>
              </a:rPr>
              <a:t>Technical University of Munich  --  Human-Like Understanding (HLU) 2026</a:t>
            </a:r>
          </a:p>
          <a:p>
            <a:r>
              <a:rPr sz="1300">
                <a:solidFill>
                  <a:srgbClr val="3C3C3C"/>
                </a:solidFill>
              </a:rPr>
              <a:t>Munich, 16 June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" y="4855464"/>
            <a:ext cx="777240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rIns="0" tIns="0" bIns="0">
            <a:spAutoFit/>
          </a:bodyPr>
          <a:lstStyle/>
          <a:p>
            <a:r>
              <a:rPr sz="900">
                <a:solidFill>
                  <a:srgbClr val="6E6E6E"/>
                </a:solidFill>
              </a:rPr>
              <a:t>Christoph Feldkircher, Tony Lee, Sai Sashank Chouksey  |  TUM HLU 2026  |  Cold Detection on URTIC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8" sz="quarter"/>
          </p:nvPr>
        </p:nvSpPr>
        <p:spPr/>
        <p:txBody>
          <a:bodyPr/>
          <a:lstStyle/>
          <a:p/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solidFill>
                  <a:srgbClr val="000000"/>
                </a:solidFill>
              </a:rPr>
              <a:t>Hidden-test result: we predict cold 4x too often</a:t>
            </a:r>
          </a:p>
        </p:txBody>
      </p:sp>
      <p:pic>
        <p:nvPicPr>
          <p:cNvPr id="5" name="Picture 4" descr="fig1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3424" y="868680"/>
            <a:ext cx="6477151" cy="3840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10896" y="4855464"/>
            <a:ext cx="777240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rIns="0" tIns="0" bIns="0">
            <a:spAutoFit/>
          </a:bodyPr>
          <a:lstStyle/>
          <a:p>
            <a:r>
              <a:rPr sz="900">
                <a:solidFill>
                  <a:srgbClr val="6E6E6E"/>
                </a:solidFill>
              </a:rPr>
              <a:t>Christoph Feldkircher, Tony Lee, Sai Sashank Chouksey  |  TUM HLU 2026  |  Cold Detection on URTIC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8" sz="quarter"/>
          </p:nvPr>
        </p:nvSpPr>
        <p:spPr/>
        <p:txBody>
          <a:bodyPr/>
          <a:lstStyle/>
          <a:p/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solidFill>
                  <a:srgbClr val="000000"/>
                </a:solidFill>
              </a:rPr>
              <a:t>The ranker survived; the threshold did not</a:t>
            </a:r>
          </a:p>
        </p:txBody>
      </p:sp>
      <p:pic>
        <p:nvPicPr>
          <p:cNvPr id="5" name="Picture 4" descr="fig2_logit_sh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768" y="868680"/>
            <a:ext cx="8260463" cy="3840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10896" y="4855464"/>
            <a:ext cx="777240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rIns="0" tIns="0" bIns="0">
            <a:spAutoFit/>
          </a:bodyPr>
          <a:lstStyle/>
          <a:p>
            <a:r>
              <a:rPr sz="900">
                <a:solidFill>
                  <a:srgbClr val="6E6E6E"/>
                </a:solidFill>
              </a:rPr>
              <a:t>Christoph Feldkircher, Tony Lee, Sai Sashank Chouksey  |  TUM HLU 2026  |  Cold Detection on URTIC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8" sz="quarter"/>
          </p:nvPr>
        </p:nvSpPr>
        <p:spPr/>
        <p:txBody>
          <a:bodyPr/>
          <a:lstStyle/>
          <a:p/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solidFill>
                  <a:srgbClr val="000000"/>
                </a:solidFill>
              </a:rPr>
              <a:t>What we used  --  the locked multi-K pipeline</a:t>
            </a:r>
          </a:p>
        </p:txBody>
      </p:sp>
      <p:pic>
        <p:nvPicPr>
          <p:cNvPr id="5" name="Picture 4" descr="fig6_current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71" y="868680"/>
            <a:ext cx="8210256" cy="3840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10896" y="4855464"/>
            <a:ext cx="777240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rIns="0" tIns="0" bIns="0">
            <a:spAutoFit/>
          </a:bodyPr>
          <a:lstStyle/>
          <a:p>
            <a:r>
              <a:rPr sz="900">
                <a:solidFill>
                  <a:srgbClr val="6E6E6E"/>
                </a:solidFill>
              </a:rPr>
              <a:t>Christoph Feldkircher, Tony Lee, Sai Sashank Chouksey  |  TUM HLU 2026  |  Cold Detection on URTIC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8" sz="quarter"/>
          </p:nvPr>
        </p:nvSpPr>
        <p:spPr/>
        <p:txBody>
          <a:bodyPr/>
          <a:lstStyle/>
          <a:p/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solidFill>
                  <a:srgbClr val="000000"/>
                </a:solidFill>
              </a:rPr>
              <a:t>Failure-mode ranking after adversarial critic pass</a:t>
            </a:r>
          </a:p>
        </p:txBody>
      </p:sp>
      <p:pic>
        <p:nvPicPr>
          <p:cNvPr id="5" name="Picture 4" descr="fig4_failure_mo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868680"/>
            <a:ext cx="8778240" cy="374937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10896" y="4855464"/>
            <a:ext cx="777240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rIns="0" tIns="0" bIns="0">
            <a:spAutoFit/>
          </a:bodyPr>
          <a:lstStyle/>
          <a:p>
            <a:r>
              <a:rPr sz="900">
                <a:solidFill>
                  <a:srgbClr val="6E6E6E"/>
                </a:solidFill>
              </a:rPr>
              <a:t>Christoph Feldkircher, Tony Lee, Sai Sashank Chouksey  |  TUM HLU 2026  |  Cold Detection on URTIC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8" sz="quarter"/>
          </p:nvPr>
        </p:nvSpPr>
        <p:spPr/>
        <p:txBody>
          <a:bodyPr/>
          <a:lstStyle/>
          <a:p/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solidFill>
                  <a:srgbClr val="000000"/>
                </a:solidFill>
              </a:rPr>
              <a:t>What we change  --  Shadow-Calibrated Operating Point (SCOP)</a:t>
            </a:r>
          </a:p>
        </p:txBody>
      </p:sp>
      <p:pic>
        <p:nvPicPr>
          <p:cNvPr id="5" name="Picture 4" descr="fig7_scop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71" y="868680"/>
            <a:ext cx="8210256" cy="3840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10896" y="4855464"/>
            <a:ext cx="777240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rIns="0" tIns="0" bIns="0">
            <a:spAutoFit/>
          </a:bodyPr>
          <a:lstStyle/>
          <a:p>
            <a:r>
              <a:rPr sz="900">
                <a:solidFill>
                  <a:srgbClr val="6E6E6E"/>
                </a:solidFill>
              </a:rPr>
              <a:t>Christoph Feldkircher, Tony Lee, Sai Sashank Chouksey  |  TUM HLU 2026  |  Cold Detection on URTIC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600">
                <a:solidFill>
                  <a:srgbClr val="000000"/>
                </a:solidFill>
              </a:rPr>
              <a:t>SCOP attacks the dominant operating-point failure with one degree of freedom</a:t>
            </a:r>
          </a:p>
          <a:p>
            <a:pPr/>
            <a:r>
              <a:rPr sz="1600">
                <a:solidFill>
                  <a:srgbClr val="000000"/>
                </a:solidFill>
              </a:rPr>
              <a:t>Frozen backbone, locked betas -- paper headline byte-identical</a:t>
            </a:r>
          </a:p>
          <a:p>
            <a:pPr/>
            <a:r>
              <a:rPr sz="1600">
                <a:solidFill>
                  <a:srgbClr val="000000"/>
                </a:solidFill>
              </a:rPr>
              <a:t>Pre-registered shadow gate: mean lift &gt;= +0.015, no fold loses &gt; 0.005</a:t>
            </a:r>
          </a:p>
          <a:p>
            <a:pPr/>
            <a:r>
              <a:rPr sz="1600">
                <a:solidFill>
                  <a:srgbClr val="000000"/>
                </a:solidFill>
              </a:rPr>
              <a:t>Label-free TTA-Z runs in parallel as a feature-shift hedge</a:t>
            </a:r>
          </a:p>
          <a:p>
            <a:pPr/>
            <a:r>
              <a:rPr sz="1600">
                <a:solidFill>
                  <a:srgbClr val="000000"/>
                </a:solidFill>
              </a:rPr>
              <a:t>Cost: ~15 days; risk: medium-low; fallback to submission_1 is built in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00" b="1">
                <a:solidFill>
                  <a:srgbClr val="000000"/>
                </a:solidFill>
              </a:rPr>
              <a:t>Audit-and-recalibrate, not retrain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" y="4855464"/>
            <a:ext cx="777240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rIns="0" tIns="0" bIns="0">
            <a:spAutoFit/>
          </a:bodyPr>
          <a:lstStyle/>
          <a:p>
            <a:r>
              <a:rPr sz="900">
                <a:solidFill>
                  <a:srgbClr val="6E6E6E"/>
                </a:solidFill>
              </a:rPr>
              <a:t>Christoph Feldkircher, Tony Lee, Sai Sashank Chouksey  |  TUM HLU 2026  |  Cold Detection on URTIC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itel 1">
  <a:themeElements>
    <a:clrScheme name="TUM">
      <a:dk1>
        <a:sysClr val="windowText" lastClr="000000"/>
      </a:dk1>
      <a:lt1>
        <a:sysClr val="window" lastClr="FFFFFF"/>
      </a:lt1>
      <a:dk2>
        <a:srgbClr val="0065BD"/>
      </a:dk2>
      <a:lt2>
        <a:srgbClr val="EEECE1"/>
      </a:lt2>
      <a:accent1>
        <a:srgbClr val="005293"/>
      </a:accent1>
      <a:accent2>
        <a:srgbClr val="98C6EA"/>
      </a:accent2>
      <a:accent3>
        <a:srgbClr val="64A0C8"/>
      </a:accent3>
      <a:accent4>
        <a:srgbClr val="DAD7CB"/>
      </a:accent4>
      <a:accent5>
        <a:srgbClr val="A2AD00"/>
      </a:accent5>
      <a:accent6>
        <a:srgbClr val="E37222"/>
      </a:accent6>
      <a:hlink>
        <a:srgbClr val="0000FF"/>
      </a:hlink>
      <a:folHlink>
        <a:srgbClr val="800080"/>
      </a:folHlink>
    </a:clrScheme>
    <a:fontScheme name="TUM 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<a:prstTxWarp prst="textNoShape">
          <a:avLst/>
        </a:prstTxWarp>
        <a:noAutofit/>
      </a:bodyPr>
      <a:lstStyle>
        <a:defPPr>
          <a:lnSpc>
            <a:spcPct val="114000"/>
          </a:lnSpc>
          <a:defRPr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>
          <a:lnSpc>
            <a:spcPct val="114000"/>
          </a:lnSpc>
          <a:defRPr sz="1600" dirty="0" err="1" smtClean="0"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äsentation22" id="{F266FCC4-7D6D-1F4C-B467-8A21D017BCEF}" vid="{F39E7027-915F-7341-A9EA-C8CBFD2E8FA2}"/>
    </a:ext>
  </a:extLst>
</a:theme>
</file>

<file path=ppt/theme/theme2.xml><?xml version="1.0" encoding="utf-8"?>
<a:theme xmlns:a="http://schemas.openxmlformats.org/drawingml/2006/main" name="Title Blank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itel 2">
  <a:themeElements>
    <a:clrScheme name="TUM">
      <a:dk1>
        <a:sysClr val="windowText" lastClr="000000"/>
      </a:dk1>
      <a:lt1>
        <a:sysClr val="window" lastClr="FFFFFF"/>
      </a:lt1>
      <a:dk2>
        <a:srgbClr val="0065BD"/>
      </a:dk2>
      <a:lt2>
        <a:srgbClr val="EEECE1"/>
      </a:lt2>
      <a:accent1>
        <a:srgbClr val="005293"/>
      </a:accent1>
      <a:accent2>
        <a:srgbClr val="98C6EA"/>
      </a:accent2>
      <a:accent3>
        <a:srgbClr val="64A0C8"/>
      </a:accent3>
      <a:accent4>
        <a:srgbClr val="DAD7CB"/>
      </a:accent4>
      <a:accent5>
        <a:srgbClr val="A2AD00"/>
      </a:accent5>
      <a:accent6>
        <a:srgbClr val="E37222"/>
      </a:accent6>
      <a:hlink>
        <a:srgbClr val="0000FF"/>
      </a:hlink>
      <a:folHlink>
        <a:srgbClr val="800080"/>
      </a:folHlink>
    </a:clrScheme>
    <a:fontScheme name="TUM 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<a:prstTxWarp prst="textNoShape">
          <a:avLst/>
        </a:prstTxWarp>
        <a:noAutofit/>
      </a:bodyPr>
      <a:lstStyle>
        <a:defPPr>
          <a:lnSpc>
            <a:spcPct val="114000"/>
          </a:lnSpc>
          <a:defRPr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>
          <a:lnSpc>
            <a:spcPct val="114000"/>
          </a:lnSpc>
          <a:defRPr sz="1600" dirty="0" err="1" smtClean="0"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äsentation22" id="{F266FCC4-7D6D-1F4C-B467-8A21D017BCEF}" vid="{BD7862EB-E8D6-994B-BBF4-6CC3FFF92DD2}"/>
    </a:ext>
  </a:extLst>
</a:theme>
</file>

<file path=ppt/theme/theme4.xml><?xml version="1.0" encoding="utf-8"?>
<a:theme xmlns:a="http://schemas.openxmlformats.org/drawingml/2006/main" name="Titel 3">
  <a:themeElements>
    <a:clrScheme name="TUM">
      <a:dk1>
        <a:sysClr val="windowText" lastClr="000000"/>
      </a:dk1>
      <a:lt1>
        <a:sysClr val="window" lastClr="FFFFFF"/>
      </a:lt1>
      <a:dk2>
        <a:srgbClr val="0065BD"/>
      </a:dk2>
      <a:lt2>
        <a:srgbClr val="EEECE1"/>
      </a:lt2>
      <a:accent1>
        <a:srgbClr val="005293"/>
      </a:accent1>
      <a:accent2>
        <a:srgbClr val="98C6EA"/>
      </a:accent2>
      <a:accent3>
        <a:srgbClr val="64A0C8"/>
      </a:accent3>
      <a:accent4>
        <a:srgbClr val="DAD7CB"/>
      </a:accent4>
      <a:accent5>
        <a:srgbClr val="A2AD00"/>
      </a:accent5>
      <a:accent6>
        <a:srgbClr val="E37222"/>
      </a:accent6>
      <a:hlink>
        <a:srgbClr val="0000FF"/>
      </a:hlink>
      <a:folHlink>
        <a:srgbClr val="800080"/>
      </a:folHlink>
    </a:clrScheme>
    <a:fontScheme name="TUM 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<a:prstTxWarp prst="textNoShape">
          <a:avLst/>
        </a:prstTxWarp>
        <a:noAutofit/>
      </a:bodyPr>
      <a:lstStyle>
        <a:defPPr>
          <a:lnSpc>
            <a:spcPct val="114000"/>
          </a:lnSpc>
          <a:defRPr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>
          <a:lnSpc>
            <a:spcPct val="114000"/>
          </a:lnSpc>
          <a:defRPr sz="1600" dirty="0" err="1" smtClean="0"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äsentation22" id="{F266FCC4-7D6D-1F4C-B467-8A21D017BCEF}" vid="{16AD8073-F55B-9144-802C-46456E9E217B}"/>
    </a:ext>
  </a:extLst>
</a:theme>
</file>

<file path=ppt/theme/theme5.xml><?xml version="1.0" encoding="utf-8"?>
<a:theme xmlns:a="http://schemas.openxmlformats.org/drawingml/2006/main" name="Inhalt">
  <a:themeElements>
    <a:clrScheme name="TUM">
      <a:dk1>
        <a:sysClr val="windowText" lastClr="000000"/>
      </a:dk1>
      <a:lt1>
        <a:sysClr val="window" lastClr="FFFFFF"/>
      </a:lt1>
      <a:dk2>
        <a:srgbClr val="003359"/>
      </a:dk2>
      <a:lt2>
        <a:srgbClr val="0065BD"/>
      </a:lt2>
      <a:accent1>
        <a:srgbClr val="005293"/>
      </a:accent1>
      <a:accent2>
        <a:srgbClr val="64A0C8"/>
      </a:accent2>
      <a:accent3>
        <a:srgbClr val="98C6EA"/>
      </a:accent3>
      <a:accent4>
        <a:srgbClr val="A2AD00"/>
      </a:accent4>
      <a:accent5>
        <a:srgbClr val="E37222"/>
      </a:accent5>
      <a:accent6>
        <a:srgbClr val="DAD7CB"/>
      </a:accent6>
      <a:hlink>
        <a:srgbClr val="0000FF"/>
      </a:hlink>
      <a:folHlink>
        <a:srgbClr val="800080"/>
      </a:folHlink>
    </a:clrScheme>
    <a:fontScheme name="TUM 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<a:prstTxWarp prst="textNoShape">
          <a:avLst/>
        </a:prstTxWarp>
        <a:noAutofit/>
      </a:bodyPr>
      <a:lstStyle>
        <a:defPPr>
          <a:lnSpc>
            <a:spcPct val="114000"/>
          </a:lnSpc>
          <a:defRPr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>
          <a:lnSpc>
            <a:spcPct val="114000"/>
          </a:lnSpc>
          <a:defRPr sz="1600" dirty="0" err="1" smtClean="0"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äsentation22" id="{F266FCC4-7D6D-1F4C-B467-8A21D017BCEF}" vid="{741D405E-8307-9B40-9F97-3F5DAC837EF3}"/>
    </a:ext>
  </a:extLst>
</a:theme>
</file>

<file path=ppt/theme/theme6.xml><?xml version="1.0" encoding="utf-8"?>
<a:theme xmlns:a="http://schemas.openxmlformats.org/drawingml/2006/main" name="Kapiteltrenner blau">
  <a:themeElements>
    <a:clrScheme name="TUM">
      <a:dk1>
        <a:sysClr val="windowText" lastClr="000000"/>
      </a:dk1>
      <a:lt1>
        <a:sysClr val="window" lastClr="FFFFFF"/>
      </a:lt1>
      <a:dk2>
        <a:srgbClr val="0065BD"/>
      </a:dk2>
      <a:lt2>
        <a:srgbClr val="EEECE1"/>
      </a:lt2>
      <a:accent1>
        <a:srgbClr val="005293"/>
      </a:accent1>
      <a:accent2>
        <a:srgbClr val="98C6EA"/>
      </a:accent2>
      <a:accent3>
        <a:srgbClr val="64A0C8"/>
      </a:accent3>
      <a:accent4>
        <a:srgbClr val="DAD7CB"/>
      </a:accent4>
      <a:accent5>
        <a:srgbClr val="A2AD00"/>
      </a:accent5>
      <a:accent6>
        <a:srgbClr val="E37222"/>
      </a:accent6>
      <a:hlink>
        <a:srgbClr val="0000FF"/>
      </a:hlink>
      <a:folHlink>
        <a:srgbClr val="800080"/>
      </a:folHlink>
    </a:clrScheme>
    <a:fontScheme name="TUM 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<a:prstTxWarp prst="textNoShape">
          <a:avLst/>
        </a:prstTxWarp>
        <a:noAutofit/>
      </a:bodyPr>
      <a:lstStyle>
        <a:defPPr>
          <a:lnSpc>
            <a:spcPct val="114000"/>
          </a:lnSpc>
          <a:defRPr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>
          <a:lnSpc>
            <a:spcPct val="114000"/>
          </a:lnSpc>
          <a:defRPr sz="1600" dirty="0" err="1" smtClean="0"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äsentation22" id="{F266FCC4-7D6D-1F4C-B467-8A21D017BCEF}" vid="{4BFAB656-7532-6C41-9541-858AFF7D6765}"/>
    </a:ext>
  </a:extLst>
</a:theme>
</file>

<file path=ppt/theme/theme7.xml><?xml version="1.0" encoding="utf-8"?>
<a:theme xmlns:a="http://schemas.openxmlformats.org/drawingml/2006/main" name="Kapiteltrenner schwarz">
  <a:themeElements>
    <a:clrScheme name="TUM">
      <a:dk1>
        <a:sysClr val="windowText" lastClr="000000"/>
      </a:dk1>
      <a:lt1>
        <a:sysClr val="window" lastClr="FFFFFF"/>
      </a:lt1>
      <a:dk2>
        <a:srgbClr val="0065BD"/>
      </a:dk2>
      <a:lt2>
        <a:srgbClr val="EEECE1"/>
      </a:lt2>
      <a:accent1>
        <a:srgbClr val="005293"/>
      </a:accent1>
      <a:accent2>
        <a:srgbClr val="98C6EA"/>
      </a:accent2>
      <a:accent3>
        <a:srgbClr val="64A0C8"/>
      </a:accent3>
      <a:accent4>
        <a:srgbClr val="DAD7CB"/>
      </a:accent4>
      <a:accent5>
        <a:srgbClr val="A2AD00"/>
      </a:accent5>
      <a:accent6>
        <a:srgbClr val="E37222"/>
      </a:accent6>
      <a:hlink>
        <a:srgbClr val="0000FF"/>
      </a:hlink>
      <a:folHlink>
        <a:srgbClr val="800080"/>
      </a:folHlink>
    </a:clrScheme>
    <a:fontScheme name="TUM 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<a:prstTxWarp prst="textNoShape">
          <a:avLst/>
        </a:prstTxWarp>
        <a:noAutofit/>
      </a:bodyPr>
      <a:lstStyle>
        <a:defPPr>
          <a:lnSpc>
            <a:spcPct val="114000"/>
          </a:lnSpc>
          <a:defRPr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>
          <a:lnSpc>
            <a:spcPct val="114000"/>
          </a:lnSpc>
          <a:defRPr sz="1600" dirty="0" err="1" smtClean="0"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äsentation22" id="{F266FCC4-7D6D-1F4C-B467-8A21D017BCEF}" vid="{A724F04A-1212-AA4C-B6F1-157BE88DDFD7}"/>
    </a:ext>
  </a:extLst>
</a:theme>
</file>

<file path=ppt/theme/theme8.xml><?xml version="1.0" encoding="utf-8"?>
<a:theme xmlns:a="http://schemas.openxmlformats.org/drawingml/2006/main" name="Larissa-Design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Larissa-Design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TUM_Praesentation_p_v1_16-9 (5)</Template>
  <TotalTime>263</TotalTime>
  <Words>1084</Words>
  <Application>Microsoft Office PowerPoint</Application>
  <PresentationFormat>On-screen Show (16:9)</PresentationFormat>
  <Paragraphs>150</Paragraphs>
  <Slides>27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7</vt:i4>
      </vt:variant>
      <vt:variant>
        <vt:lpstr>Slide Titles</vt:lpstr>
      </vt:variant>
      <vt:variant>
        <vt:i4>27</vt:i4>
      </vt:variant>
    </vt:vector>
  </HeadingPairs>
  <TitlesOfParts>
    <vt:vector size="39" baseType="lpstr">
      <vt:lpstr>Arial</vt:lpstr>
      <vt:lpstr>Calibri</vt:lpstr>
      <vt:lpstr>Courier New</vt:lpstr>
      <vt:lpstr>Symbol</vt:lpstr>
      <vt:lpstr>Wingdings</vt:lpstr>
      <vt:lpstr>Titel 1</vt:lpstr>
      <vt:lpstr>Title Blank</vt:lpstr>
      <vt:lpstr>Titel 2</vt:lpstr>
      <vt:lpstr>Titel 3</vt:lpstr>
      <vt:lpstr>Inhalt</vt:lpstr>
      <vt:lpstr>Kapiteltrenner blau</vt:lpstr>
      <vt:lpstr>Kapiteltrenner schwarz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Title Page</vt:lpstr>
      <vt:lpstr>Contents</vt:lpstr>
      <vt:lpstr>Slide Master</vt:lpstr>
      <vt:lpstr>Gültigkeit der Masterfolien</vt:lpstr>
      <vt:lpstr>Grundlage der Masterfolien</vt:lpstr>
      <vt:lpstr>Schrift</vt:lpstr>
      <vt:lpstr>Farben</vt:lpstr>
      <vt:lpstr>Texte</vt:lpstr>
      <vt:lpstr>Bilder - Allgemein</vt:lpstr>
      <vt:lpstr>Aufzählung</vt:lpstr>
      <vt:lpstr>Bilder</vt:lpstr>
      <vt:lpstr>Bilder</vt:lpstr>
      <vt:lpstr>Bilder</vt:lpstr>
      <vt:lpstr>Bilder</vt:lpstr>
      <vt:lpstr>Bilder</vt:lpstr>
      <vt:lpstr>Nicht formatfüllende Bilder</vt:lpstr>
      <vt:lpstr>Bilder Format füllend - maximale Bildgröße</vt:lpstr>
      <vt:lpstr>Nicht Format füllende Bilder</vt:lpstr>
      <vt:lpstr>Tabelle – Beispiel 1</vt:lpstr>
      <vt:lpstr>Tabelle – Beispiel 2</vt:lpstr>
      <vt:lpstr>Diagramme – Beispiel 1</vt:lpstr>
      <vt:lpstr>Diagramme</vt:lpstr>
    </vt:vector>
  </TitlesOfParts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Wei Tian</dc:creator>
  <cp:lastModifiedBy>Wei Tian</cp:lastModifiedBy>
  <cp:revision>10</cp:revision>
  <cp:lastPrinted>2015-07-30T14:04:45Z</cp:lastPrinted>
  <dcterms:created xsi:type="dcterms:W3CDTF">2020-10-03T23:03:33Z</dcterms:created>
  <dcterms:modified xsi:type="dcterms:W3CDTF">2022-10-26T18:06:39Z</dcterms:modified>
</cp:coreProperties>
</file>