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3.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4.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5.xml" ContentType="application/vnd.openxmlformats-officedocument.theme+xml"/>
  <Override PartName="/ppt/slideLayouts/slideLayout26.xml" ContentType="application/vnd.openxmlformats-officedocument.presentationml.slideLayout+xml"/>
  <Override PartName="/ppt/theme/theme6.xml" ContentType="application/vnd.openxmlformats-officedocument.theme+xml"/>
  <Override PartName="/ppt/slideLayouts/slideLayout27.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3" r:id="rId1"/>
    <p:sldMasterId id="2147483722" r:id="rId2"/>
    <p:sldMasterId id="2147483668" r:id="rId3"/>
    <p:sldMasterId id="2147483674" r:id="rId4"/>
    <p:sldMasterId id="2147483648" r:id="rId5"/>
    <p:sldMasterId id="2147483684" r:id="rId6"/>
    <p:sldMasterId id="2147483697" r:id="rId7"/>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Lst>
  <p:sldSz cx="9144000" cy="5143500" type="screen16x9"/>
  <p:notesSz cx="9925050" cy="6665913"/>
  <p:defaultTextStyle>
    <a:defPPr>
      <a:defRPr lang="de-DE"/>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4" userDrawn="1">
          <p15:clr>
            <a:srgbClr val="A4A3A4"/>
          </p15:clr>
        </p15:guide>
        <p15:guide id="2" pos="2880">
          <p15:clr>
            <a:srgbClr val="A4A3A4"/>
          </p15:clr>
        </p15:guide>
        <p15:guide id="3" orient="horz" pos="1620">
          <p15:clr>
            <a:srgbClr val="A4A3A4"/>
          </p15:clr>
        </p15:guide>
      </p15:sldGuideLst>
    </p:ext>
    <p:ext uri="{2D200454-40CA-4A62-9FC3-DE9A4176ACB9}">
      <p15:notesGuideLst xmlns:p15="http://schemas.microsoft.com/office/powerpoint/2012/main">
        <p15:guide id="1" orient="horz" pos="2100">
          <p15:clr>
            <a:srgbClr val="A4A3A4"/>
          </p15:clr>
        </p15:guide>
        <p15:guide id="2" pos="312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9999"/>
    <a:srgbClr val="98C6EA"/>
    <a:srgbClr val="00529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5CF61DF-608A-4863-8EEB-B13EAF41BFD5}" v="328" dt="2020-10-04T01:50:20.975"/>
  </p1510:revLst>
</p1510:revInfo>
</file>

<file path=ppt/tableStyles.xml><?xml version="1.0" encoding="utf-8"?>
<a:tblStyleLst xmlns:a="http://schemas.openxmlformats.org/drawingml/2006/main" def="{2D5ABB26-0587-4C30-8999-92F81FD0307C}">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E269D01E-BC32-4049-B463-5C60D7B0CCD2}" styleName="Designformatvorlage 2 - Akz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Helle Formatvorlag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D083AE6-46FA-4A59-8FB0-9F97EB10719F}" styleName="Helle Formatvorlage 3 - Akz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EC20E35-A176-4012-BC5E-935CFFF8708E}" styleName="Mittlere Formatvorlag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C4B1156A-380E-4F78-BDF5-A606A8083BF9}" styleName="Mittlere Formatvorlage 4 - Akz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74C1A8A3-306A-4EB7-A6B1-4F7E0EB9C5D6}" styleName="Mittlere Formatvorlage 3 - Akz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950" autoAdjust="0"/>
    <p:restoredTop sz="88272" autoAdjust="0"/>
  </p:normalViewPr>
  <p:slideViewPr>
    <p:cSldViewPr snapToGrid="0">
      <p:cViewPr varScale="1">
        <p:scale>
          <a:sx n="170" d="100"/>
          <a:sy n="170" d="100"/>
        </p:scale>
        <p:origin x="608" y="176"/>
      </p:cViewPr>
      <p:guideLst>
        <p:guide orient="horz" pos="2164"/>
        <p:guide pos="2880"/>
        <p:guide orient="horz" pos="162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131" d="100"/>
          <a:sy n="131" d="100"/>
        </p:scale>
        <p:origin x="-810" y="-96"/>
      </p:cViewPr>
      <p:guideLst>
        <p:guide orient="horz" pos="2100"/>
        <p:guide pos="3126"/>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viewProps" Target="viewProps.xml"/><Relationship Id="rId3" Type="http://schemas.openxmlformats.org/officeDocument/2006/relationships/slideMaster" Target="slideMasters/slideMaster3.xml"/><Relationship Id="rId21" Type="http://schemas.microsoft.com/office/2015/10/relationships/revisionInfo" Target="revisionInfo.xml"/><Relationship Id="rId7" Type="http://schemas.openxmlformats.org/officeDocument/2006/relationships/slideMaster" Target="slideMasters/slideMaster7.xml"/><Relationship Id="rId12" Type="http://schemas.openxmlformats.org/officeDocument/2006/relationships/slide" Target="slides/slide5.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4.xml"/><Relationship Id="rId5" Type="http://schemas.openxmlformats.org/officeDocument/2006/relationships/slideMaster" Target="slideMasters/slideMaster5.xml"/><Relationship Id="rId15" Type="http://schemas.openxmlformats.org/officeDocument/2006/relationships/notesMaster" Target="notesMasters/notesMaster1.xml"/><Relationship Id="rId10" Type="http://schemas.openxmlformats.org/officeDocument/2006/relationships/slide" Target="slides/slide3.xml"/><Relationship Id="rId19"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dirty="0"/>
          </a:p>
        </p:txBody>
      </p:sp>
      <p:sp>
        <p:nvSpPr>
          <p:cNvPr id="3" name="Datumsplatzhalter 2"/>
          <p:cNvSpPr>
            <a:spLocks noGrp="1"/>
          </p:cNvSpPr>
          <p:nvPr>
            <p:ph type="dt" sz="quarter"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Arial" pitchFamily="34" charset="0"/>
                <a:cs typeface="Arial" pitchFamily="34" charset="0"/>
              </a:defRPr>
            </a:lvl1pPr>
          </a:lstStyle>
          <a:p>
            <a:pPr>
              <a:defRPr/>
            </a:pPr>
            <a:fld id="{20751376-2EB8-4403-B858-305A8AAA6B01}" type="datetimeFigureOut">
              <a:rPr lang="en-GB"/>
              <a:pPr>
                <a:defRPr/>
              </a:pPr>
              <a:t>16/06/2026</a:t>
            </a:fld>
            <a:endParaRPr lang="en-GB" dirty="0"/>
          </a:p>
        </p:txBody>
      </p:sp>
      <p:sp>
        <p:nvSpPr>
          <p:cNvPr id="4" name="Fußzeilenplatzhalter 3"/>
          <p:cNvSpPr>
            <a:spLocks noGrp="1"/>
          </p:cNvSpPr>
          <p:nvPr>
            <p:ph type="ftr" sz="quarter" idx="2"/>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5" name="Foliennummernplatzhalter 4"/>
          <p:cNvSpPr>
            <a:spLocks noGrp="1"/>
          </p:cNvSpPr>
          <p:nvPr>
            <p:ph type="sldNum" sz="quarter" idx="3"/>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Arial" pitchFamily="34" charset="0"/>
                <a:cs typeface="Arial" pitchFamily="34" charset="0"/>
              </a:defRPr>
            </a:lvl1pPr>
          </a:lstStyle>
          <a:p>
            <a:pPr>
              <a:defRPr/>
            </a:pPr>
            <a:fld id="{62C15F7A-46C6-4AD2-BFEC-842DCCCC19C4}" type="slidenum">
              <a:rPr lang="en-GB"/>
              <a:pPr>
                <a:defRPr/>
              </a:pPr>
              <a:t>‹#›</a:t>
            </a:fld>
            <a:endParaRPr lang="en-GB"/>
          </a:p>
        </p:txBody>
      </p:sp>
    </p:spTree>
    <p:extLst>
      <p:ext uri="{BB962C8B-B14F-4D97-AF65-F5344CB8AC3E}">
        <p14:creationId xmlns:p14="http://schemas.microsoft.com/office/powerpoint/2010/main" val="28290957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2" y="0"/>
            <a:ext cx="4300855" cy="333296"/>
          </a:xfrm>
          <a:prstGeom prst="rect">
            <a:avLst/>
          </a:prstGeom>
        </p:spPr>
        <p:txBody>
          <a:bodyPr vert="horz" lIns="90708" tIns="45354" rIns="90708" bIns="45354" rtlCol="0"/>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3" name="Datumsplatzhalter 2"/>
          <p:cNvSpPr>
            <a:spLocks noGrp="1"/>
          </p:cNvSpPr>
          <p:nvPr>
            <p:ph type="dt" idx="1"/>
          </p:nvPr>
        </p:nvSpPr>
        <p:spPr>
          <a:xfrm>
            <a:off x="5621901" y="0"/>
            <a:ext cx="4300855" cy="333296"/>
          </a:xfrm>
          <a:prstGeom prst="rect">
            <a:avLst/>
          </a:prstGeom>
        </p:spPr>
        <p:txBody>
          <a:bodyPr vert="horz" lIns="90708" tIns="45354" rIns="90708" bIns="45354" rtlCol="0"/>
          <a:lstStyle>
            <a:lvl1pPr algn="r" fontAlgn="auto">
              <a:spcBef>
                <a:spcPts val="0"/>
              </a:spcBef>
              <a:spcAft>
                <a:spcPts val="0"/>
              </a:spcAft>
              <a:defRPr sz="1200">
                <a:latin typeface="+mn-lt"/>
                <a:cs typeface="+mn-cs"/>
              </a:defRPr>
            </a:lvl1pPr>
          </a:lstStyle>
          <a:p>
            <a:pPr>
              <a:defRPr/>
            </a:pPr>
            <a:fld id="{89C46BC9-2C9E-4670-A85A-6A588BA2D405}" type="datetimeFigureOut">
              <a:rPr lang="en-GB"/>
              <a:pPr>
                <a:defRPr/>
              </a:pPr>
              <a:t>16/06/2026</a:t>
            </a:fld>
            <a:endParaRPr lang="en-GB"/>
          </a:p>
        </p:txBody>
      </p:sp>
      <p:sp>
        <p:nvSpPr>
          <p:cNvPr id="4" name="Folienbildplatzhalter 3"/>
          <p:cNvSpPr>
            <a:spLocks noGrp="1" noRot="1" noChangeAspect="1"/>
          </p:cNvSpPr>
          <p:nvPr>
            <p:ph type="sldImg" idx="2"/>
          </p:nvPr>
        </p:nvSpPr>
        <p:spPr>
          <a:xfrm>
            <a:off x="2740025" y="500063"/>
            <a:ext cx="4445000" cy="2500312"/>
          </a:xfrm>
          <a:prstGeom prst="rect">
            <a:avLst/>
          </a:prstGeom>
          <a:noFill/>
          <a:ln w="12700">
            <a:solidFill>
              <a:prstClr val="black"/>
            </a:solidFill>
          </a:ln>
        </p:spPr>
        <p:txBody>
          <a:bodyPr vert="horz" lIns="90708" tIns="45354" rIns="90708" bIns="45354" rtlCol="0" anchor="ctr"/>
          <a:lstStyle/>
          <a:p>
            <a:pPr lvl="0"/>
            <a:endParaRPr lang="en-GB" noProof="0"/>
          </a:p>
        </p:txBody>
      </p:sp>
      <p:sp>
        <p:nvSpPr>
          <p:cNvPr id="5" name="Notizenplatzhalter 4"/>
          <p:cNvSpPr>
            <a:spLocks noGrp="1"/>
          </p:cNvSpPr>
          <p:nvPr>
            <p:ph type="body" sz="quarter" idx="3"/>
          </p:nvPr>
        </p:nvSpPr>
        <p:spPr>
          <a:xfrm>
            <a:off x="992506" y="3166309"/>
            <a:ext cx="7940040" cy="2999661"/>
          </a:xfrm>
          <a:prstGeom prst="rect">
            <a:avLst/>
          </a:prstGeom>
        </p:spPr>
        <p:txBody>
          <a:bodyPr vert="horz" wrap="square" lIns="90708" tIns="45354" rIns="90708" bIns="45354" numCol="1" anchor="t" anchorCtr="0" compatLnSpc="1">
            <a:prstTxWarp prst="textNoShape">
              <a:avLst/>
            </a:prstTxWarp>
            <a:normAutofit/>
          </a:bodyPr>
          <a:lstStyle/>
          <a:p>
            <a:pPr lvl="0"/>
            <a:r>
              <a:rPr lang="de-DE" dirty="0"/>
              <a:t>Textmasterformate durch Klicken bearbeiten</a:t>
            </a:r>
          </a:p>
          <a:p>
            <a:pPr lvl="1"/>
            <a:r>
              <a:rPr lang="de-DE" dirty="0"/>
              <a:t>Zweite Ebene</a:t>
            </a:r>
          </a:p>
          <a:p>
            <a:pPr lvl="2"/>
            <a:r>
              <a:rPr lang="de-DE" dirty="0"/>
              <a:t>Dritte Ebene</a:t>
            </a:r>
          </a:p>
          <a:p>
            <a:pPr lvl="3"/>
            <a:r>
              <a:rPr lang="de-DE" dirty="0"/>
              <a:t>Vierte Ebene</a:t>
            </a:r>
          </a:p>
          <a:p>
            <a:pPr lvl="4"/>
            <a:r>
              <a:rPr lang="de-DE" dirty="0"/>
              <a:t>Fünfte Ebene</a:t>
            </a:r>
            <a:endParaRPr lang="en-GB" dirty="0"/>
          </a:p>
        </p:txBody>
      </p:sp>
      <p:sp>
        <p:nvSpPr>
          <p:cNvPr id="6" name="Fußzeilenplatzhalter 5"/>
          <p:cNvSpPr>
            <a:spLocks noGrp="1"/>
          </p:cNvSpPr>
          <p:nvPr>
            <p:ph type="ftr" sz="quarter" idx="4"/>
          </p:nvPr>
        </p:nvSpPr>
        <p:spPr>
          <a:xfrm>
            <a:off x="2" y="6331460"/>
            <a:ext cx="4300855" cy="333296"/>
          </a:xfrm>
          <a:prstGeom prst="rect">
            <a:avLst/>
          </a:prstGeom>
        </p:spPr>
        <p:txBody>
          <a:bodyPr vert="horz" lIns="90708" tIns="45354" rIns="90708" bIns="45354" rtlCol="0" anchor="b"/>
          <a:lstStyle>
            <a:lvl1pPr algn="l" fontAlgn="auto">
              <a:spcBef>
                <a:spcPts val="0"/>
              </a:spcBef>
              <a:spcAft>
                <a:spcPts val="0"/>
              </a:spcAft>
              <a:defRPr sz="1200">
                <a:latin typeface="Arial" pitchFamily="34" charset="0"/>
                <a:cs typeface="Arial" pitchFamily="34" charset="0"/>
              </a:defRPr>
            </a:lvl1pPr>
          </a:lstStyle>
          <a:p>
            <a:pPr>
              <a:defRPr/>
            </a:pPr>
            <a:endParaRPr lang="en-GB"/>
          </a:p>
        </p:txBody>
      </p:sp>
      <p:sp>
        <p:nvSpPr>
          <p:cNvPr id="7" name="Foliennummernplatzhalter 6"/>
          <p:cNvSpPr>
            <a:spLocks noGrp="1"/>
          </p:cNvSpPr>
          <p:nvPr>
            <p:ph type="sldNum" sz="quarter" idx="5"/>
          </p:nvPr>
        </p:nvSpPr>
        <p:spPr>
          <a:xfrm>
            <a:off x="5621901" y="6331460"/>
            <a:ext cx="4300855" cy="333296"/>
          </a:xfrm>
          <a:prstGeom prst="rect">
            <a:avLst/>
          </a:prstGeom>
        </p:spPr>
        <p:txBody>
          <a:bodyPr vert="horz" lIns="90708" tIns="45354" rIns="90708" bIns="45354" rtlCol="0" anchor="b"/>
          <a:lstStyle>
            <a:lvl1pPr algn="r" fontAlgn="auto">
              <a:spcBef>
                <a:spcPts val="0"/>
              </a:spcBef>
              <a:spcAft>
                <a:spcPts val="0"/>
              </a:spcAft>
              <a:defRPr sz="1200">
                <a:latin typeface="+mn-lt"/>
                <a:cs typeface="+mn-cs"/>
              </a:defRPr>
            </a:lvl1pPr>
          </a:lstStyle>
          <a:p>
            <a:pPr>
              <a:defRPr/>
            </a:pPr>
            <a:fld id="{00AFC6D0-44D5-4EB7-828F-6F464F83D79A}" type="slidenum">
              <a:rPr lang="en-GB"/>
              <a:pPr>
                <a:defRPr/>
              </a:pPr>
              <a:t>‹#›</a:t>
            </a:fld>
            <a:endParaRPr lang="en-GB"/>
          </a:p>
        </p:txBody>
      </p:sp>
    </p:spTree>
    <p:extLst>
      <p:ext uri="{BB962C8B-B14F-4D97-AF65-F5344CB8AC3E}">
        <p14:creationId xmlns:p14="http://schemas.microsoft.com/office/powerpoint/2010/main" val="2297997308"/>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itchFamily="34" charset="0"/>
        <a:ea typeface="+mn-ea"/>
        <a:cs typeface="Arial" pitchFamily="34" charset="0"/>
      </a:defRPr>
    </a:lvl1pPr>
    <a:lvl2pPr marL="182563" indent="-182563" algn="l" rtl="0" fontAlgn="base">
      <a:spcBef>
        <a:spcPct val="30000"/>
      </a:spcBef>
      <a:spcAft>
        <a:spcPct val="0"/>
      </a:spcAft>
      <a:buFont typeface="Arial" charset="0"/>
      <a:buChar char="•"/>
      <a:defRPr sz="1200" kern="1200">
        <a:solidFill>
          <a:schemeClr val="tx1"/>
        </a:solidFill>
        <a:latin typeface="+mn-lt"/>
        <a:ea typeface="+mn-ea"/>
        <a:cs typeface="Arial" charset="0"/>
      </a:defRPr>
    </a:lvl2pPr>
    <a:lvl3pPr marL="355600" indent="-173038" algn="l" rtl="0" fontAlgn="base">
      <a:spcBef>
        <a:spcPct val="30000"/>
      </a:spcBef>
      <a:spcAft>
        <a:spcPct val="0"/>
      </a:spcAft>
      <a:buFont typeface="Symbol" pitchFamily="18" charset="2"/>
      <a:buChar char="-"/>
      <a:defRPr sz="1200" kern="1200">
        <a:solidFill>
          <a:schemeClr val="tx1"/>
        </a:solidFill>
        <a:latin typeface="+mn-lt"/>
        <a:ea typeface="+mn-ea"/>
        <a:cs typeface="Arial" charset="0"/>
      </a:defRPr>
    </a:lvl3pPr>
    <a:lvl4pPr marL="538163" indent="-182563" algn="l" rtl="0" fontAlgn="base">
      <a:spcBef>
        <a:spcPct val="30000"/>
      </a:spcBef>
      <a:spcAft>
        <a:spcPct val="0"/>
      </a:spcAft>
      <a:buFont typeface="Courier New" pitchFamily="49" charset="0"/>
      <a:buChar char="o"/>
      <a:defRPr sz="1200" kern="1200">
        <a:solidFill>
          <a:schemeClr val="tx1"/>
        </a:solidFill>
        <a:latin typeface="+mn-lt"/>
        <a:ea typeface="+mn-ea"/>
        <a:cs typeface="Arial" charset="0"/>
      </a:defRPr>
    </a:lvl4pPr>
    <a:lvl5pPr marL="720725" indent="-182563" algn="l" rtl="0" fontAlgn="base">
      <a:spcBef>
        <a:spcPct val="30000"/>
      </a:spcBef>
      <a:spcAft>
        <a:spcPct val="0"/>
      </a:spcAft>
      <a:buFont typeface="Wingdings" pitchFamily="2" charset="2"/>
      <a:buChar char="§"/>
      <a:defRPr sz="12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submitted our system to the ComParE 2017 Cold task. It scored UAR 0.62 on the hidden test, below what our own validation predicted. I will cover what we used, what went wrong, why, and what we change next.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rebuilt the 2017 late fusion with a modern backbone. Frozen WavLM with audit-weighted pooling, two handcrafted groups fused on top, five seeds averaged, one threshold tuned on a dev split. On that split we matched the published baseline.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the hidden test we got 0.62. Our own validation said 0.69, and the result sits below every dev fold we measured. Precision on cold is 14 percent. We checked the run five ways and it is byte for byte correct, so this is not a bug. It is a generalization gap.</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easy story is that we call cold too often. But at our threshold the cold-call rate is about 42 percent on dev too, so the rate is matched. Hold it matched and look at recall: on test it is below every dev fold, on both classes. At a fixed call rate that is a ranking loss, and no threshold change fixes a ranking loss.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folds are speaker-disjoint, but they all come from one speaker pool. The hidden test is a different population. The cold direction we learned leans on speaker traits from our pool and transfers worse. Folds drawn from the same pool cannot measure that gap.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ruled out the cheap fixes by measurement. Two real options. One, report this as the ceiling of a frozen backbone, which our protocol already flagged. Two, unfreeze the top layers and train with speaker-stratified batches so the cold cue depends less on who is talking. We pick on the dev folds first.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References for the baseline, the backbone, the frozen-representation paradigm, and the speaker-confound point.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pic>
        <p:nvPicPr>
          <p:cNvPr id="2" name="Bild 4" descr="TUM_Glockenturm.tif">
            <a:extLst>
              <a:ext uri="{FF2B5EF4-FFF2-40B4-BE49-F238E27FC236}">
                <a16:creationId xmlns:a16="http://schemas.microsoft.com/office/drawing/2014/main" id="{3DC659F7-0024-9FCB-D753-C693EDA7779B}"/>
              </a:ext>
            </a:extLst>
          </p:cNvPr>
          <p:cNvPicPr>
            <a:picLocks noChangeAspect="1"/>
          </p:cNvPicPr>
          <p:nvPr userDrawn="1"/>
        </p:nvPicPr>
        <p:blipFill>
          <a:blip r:embed="rId2"/>
          <a:stretch>
            <a:fillRect/>
          </a:stretch>
        </p:blipFill>
        <p:spPr>
          <a:xfrm>
            <a:off x="4975215" y="1476375"/>
            <a:ext cx="3819542" cy="3333750"/>
          </a:xfrm>
          <a:prstGeom prst="rect">
            <a:avLst/>
          </a:prstGeom>
        </p:spPr>
      </p:pic>
      <p:sp>
        <p:nvSpPr>
          <p:cNvPr id="12" name="Titel 1"/>
          <p:cNvSpPr>
            <a:spLocks noGrp="1"/>
          </p:cNvSpPr>
          <p:nvPr>
            <p:ph type="title" hasCustomPrompt="1"/>
          </p:nvPr>
        </p:nvSpPr>
        <p:spPr>
          <a:xfrm>
            <a:off x="319090" y="972000"/>
            <a:ext cx="8508999" cy="38338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2"/>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3981830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38583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bg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chemeClr val="bg1"/>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5" name="Foliennummernplatzhalter 4"/>
          <p:cNvSpPr>
            <a:spLocks noGrp="1"/>
          </p:cNvSpPr>
          <p:nvPr>
            <p:ph type="sldNum" sz="quarter" idx="12"/>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2" name="Textfeld 10">
            <a:extLst>
              <a:ext uri="{FF2B5EF4-FFF2-40B4-BE49-F238E27FC236}">
                <a16:creationId xmlns:a16="http://schemas.microsoft.com/office/drawing/2014/main" id="{154976A3-D458-EBF9-B242-F3440F1111AF}"/>
              </a:ext>
            </a:extLst>
          </p:cNvPr>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en-US" sz="800" dirty="0">
                <a:solidFill>
                  <a:schemeClr val="bg1"/>
                </a:solidFill>
                <a:latin typeface="+mn-lt"/>
              </a:rPr>
              <a:t>Chair of High-Power Converter Systems</a:t>
            </a:r>
            <a:endParaRPr lang="de-DE" sz="800" kern="1200" dirty="0">
              <a:solidFill>
                <a:schemeClr val="bg1"/>
              </a:solidFill>
              <a:latin typeface="+mn-lt"/>
              <a:ea typeface="+mn-ea"/>
              <a:cs typeface="Arial" charset="0"/>
            </a:endParaRPr>
          </a:p>
          <a:p>
            <a:pPr>
              <a:lnSpc>
                <a:spcPts val="900"/>
              </a:lnSpc>
            </a:pPr>
            <a:r>
              <a:rPr lang="en-US" sz="800" kern="1200" dirty="0">
                <a:solidFill>
                  <a:schemeClr val="bg1"/>
                </a:solidFill>
                <a:latin typeface="+mn-lt"/>
                <a:ea typeface="+mn-ea"/>
                <a:cs typeface="Arial" charset="0"/>
              </a:rPr>
              <a:t>TUM School of Engineering and Design</a:t>
            </a:r>
            <a:endParaRPr lang="de-DE" sz="800" kern="1200" dirty="0">
              <a:solidFill>
                <a:schemeClr val="bg1"/>
              </a:solidFill>
              <a:latin typeface="+mn-lt"/>
              <a:ea typeface="+mn-ea"/>
              <a:cs typeface="Arial" charset="0"/>
            </a:endParaRPr>
          </a:p>
          <a:p>
            <a:pPr>
              <a:lnSpc>
                <a:spcPts val="900"/>
              </a:lnSpc>
            </a:pPr>
            <a:r>
              <a:rPr lang="de-DE" sz="800" baseline="0" dirty="0">
                <a:solidFill>
                  <a:schemeClr val="bg1"/>
                </a:solidFill>
                <a:latin typeface="+mn-lt"/>
              </a:rPr>
              <a:t>Technical University of Munich</a:t>
            </a:r>
            <a:endParaRPr lang="de-DE" sz="800" dirty="0">
              <a:solidFill>
                <a:schemeClr val="bg1"/>
              </a:solidFill>
              <a:latin typeface="+mn-lt"/>
            </a:endParaRPr>
          </a:p>
        </p:txBody>
      </p:sp>
    </p:spTree>
    <p:extLst>
      <p:ext uri="{BB962C8B-B14F-4D97-AF65-F5344CB8AC3E}">
        <p14:creationId xmlns:p14="http://schemas.microsoft.com/office/powerpoint/2010/main" val="13904144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71855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tart">
    <p:spTree>
      <p:nvGrpSpPr>
        <p:cNvPr id="1" name=""/>
        <p:cNvGrpSpPr/>
        <p:nvPr/>
      </p:nvGrpSpPr>
      <p:grpSpPr>
        <a:xfrm>
          <a:off x="0" y="0"/>
          <a:ext cx="0" cy="0"/>
          <a:chOff x="0" y="0"/>
          <a:chExt cx="0" cy="0"/>
        </a:xfrm>
      </p:grpSpPr>
      <p:pic>
        <p:nvPicPr>
          <p:cNvPr id="2" name="Bild 4" descr="TUM_Glockenturm.tif">
            <a:extLst>
              <a:ext uri="{FF2B5EF4-FFF2-40B4-BE49-F238E27FC236}">
                <a16:creationId xmlns:a16="http://schemas.microsoft.com/office/drawing/2014/main" id="{186CB456-4823-F0CE-7635-2DF9E971C75F}"/>
              </a:ext>
            </a:extLst>
          </p:cNvPr>
          <p:cNvPicPr>
            <a:picLocks noChangeAspect="1"/>
          </p:cNvPicPr>
          <p:nvPr userDrawn="1"/>
        </p:nvPicPr>
        <p:blipFill>
          <a:blip r:embed="rId2"/>
          <a:stretch>
            <a:fillRect/>
          </a:stretch>
        </p:blipFill>
        <p:spPr>
          <a:xfrm>
            <a:off x="4975215" y="1476375"/>
            <a:ext cx="3819542" cy="3333750"/>
          </a:xfrm>
          <a:prstGeom prst="rect">
            <a:avLst/>
          </a:prstGeom>
        </p:spPr>
      </p:pic>
      <p:sp>
        <p:nvSpPr>
          <p:cNvPr id="12" name="Titel 1"/>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solidFill>
                  <a:srgbClr val="000000"/>
                </a:solidFill>
              </a:defRPr>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6" name="Foliennummernplatzhalter 5"/>
          <p:cNvSpPr>
            <a:spLocks noGrp="1"/>
          </p:cNvSpPr>
          <p:nvPr>
            <p:ph type="sldNum" sz="quarter" idx="11"/>
          </p:nvPr>
        </p:nvSpPr>
        <p:spPr/>
        <p:txBody>
          <a:bodyPr/>
          <a:lstStyle/>
          <a:p>
            <a:fld id="{CE58CB1E-F828-4F11-99E0-327109AF9DA4}" type="slidenum">
              <a:rPr lang="de-DE" smtClean="0"/>
              <a:pPr/>
              <a:t>‹#›</a:t>
            </a:fld>
            <a:endParaRPr lang="de-DE" dirty="0"/>
          </a:p>
        </p:txBody>
      </p:sp>
    </p:spTree>
    <p:extLst>
      <p:ext uri="{BB962C8B-B14F-4D97-AF65-F5344CB8AC3E}">
        <p14:creationId xmlns:p14="http://schemas.microsoft.com/office/powerpoint/2010/main" val="1660424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art">
    <p:spTree>
      <p:nvGrpSpPr>
        <p:cNvPr id="1" name=""/>
        <p:cNvGrpSpPr/>
        <p:nvPr/>
      </p:nvGrpSpPr>
      <p:grpSpPr>
        <a:xfrm>
          <a:off x="0" y="0"/>
          <a:ext cx="0" cy="0"/>
          <a:chOff x="0" y="0"/>
          <a:chExt cx="0" cy="0"/>
        </a:xfrm>
      </p:grpSpPr>
      <p:sp>
        <p:nvSpPr>
          <p:cNvPr id="16" name="Inhaltsplatzhalter 2"/>
          <p:cNvSpPr>
            <a:spLocks noGrp="1"/>
          </p:cNvSpPr>
          <p:nvPr>
            <p:ph idx="10" hasCustomPrompt="1"/>
          </p:nvPr>
        </p:nvSpPr>
        <p:spPr>
          <a:xfrm>
            <a:off x="319088" y="1484040"/>
            <a:ext cx="8508999" cy="955594"/>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50000"/>
              </a:lnSpc>
              <a:defRPr lang="de-DE" sz="1400" baseline="0" noProof="0" dirty="0" smtClean="0"/>
            </a:lvl1pPr>
            <a:lvl2pPr>
              <a:defRPr lang="de-DE" noProof="0" dirty="0" smtClean="0"/>
            </a:lvl2pPr>
          </a:lstStyle>
          <a:p>
            <a:pPr lvl="0"/>
            <a:r>
              <a:rPr lang="de-DE" noProof="0" dirty="0"/>
              <a:t>Referent</a:t>
            </a:r>
            <a:br>
              <a:rPr lang="de-DE" noProof="0" dirty="0"/>
            </a:br>
            <a:r>
              <a:rPr lang="de-DE" noProof="0" dirty="0"/>
              <a:t>Ort, Datum (Schreibweise: 01. Oktober 2022)</a:t>
            </a:r>
          </a:p>
        </p:txBody>
      </p:sp>
      <p:sp>
        <p:nvSpPr>
          <p:cNvPr id="14" name="Rechteck 13"/>
          <p:cNvSpPr/>
          <p:nvPr userDrawn="1"/>
        </p:nvSpPr>
        <p:spPr bwMode="auto">
          <a:xfrm>
            <a:off x="8347635" y="4806203"/>
            <a:ext cx="575236" cy="268941"/>
          </a:xfrm>
          <a:prstGeom prst="rect">
            <a:avLst/>
          </a:prstGeom>
          <a:solidFill>
            <a:schemeClr val="bg1"/>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de-DE" sz="2000" b="0" i="0" u="none" strike="noStrike" cap="none" normalizeH="0" baseline="0">
              <a:ln>
                <a:noFill/>
              </a:ln>
              <a:solidFill>
                <a:schemeClr val="tx1"/>
              </a:solidFill>
              <a:effectLst/>
              <a:latin typeface="Arial" pitchFamily="34" charset="0"/>
            </a:endParaRPr>
          </a:p>
        </p:txBody>
      </p:sp>
      <p:sp>
        <p:nvSpPr>
          <p:cNvPr id="8" name="Foliennummernplatzhalter 7"/>
          <p:cNvSpPr>
            <a:spLocks noGrp="1"/>
          </p:cNvSpPr>
          <p:nvPr>
            <p:ph type="sldNum" sz="quarter" idx="12"/>
          </p:nvPr>
        </p:nvSpPr>
        <p:spPr/>
        <p:txBody>
          <a:bodyPr/>
          <a:lstStyle/>
          <a:p>
            <a:fld id="{CE58CB1E-F828-4F11-99E0-327109AF9DA4}" type="slidenum">
              <a:rPr lang="de-DE" smtClean="0"/>
              <a:pPr/>
              <a:t>‹#›</a:t>
            </a:fld>
            <a:endParaRPr lang="de-DE" dirty="0"/>
          </a:p>
        </p:txBody>
      </p:sp>
      <p:sp>
        <p:nvSpPr>
          <p:cNvPr id="9" name="Titel 1">
            <a:extLst>
              <a:ext uri="{FF2B5EF4-FFF2-40B4-BE49-F238E27FC236}">
                <a16:creationId xmlns:a16="http://schemas.microsoft.com/office/drawing/2014/main" id="{05AABF3B-2112-4303-BACC-C389E81E7384}"/>
              </a:ext>
            </a:extLst>
          </p:cNvPr>
          <p:cNvSpPr>
            <a:spLocks noGrp="1"/>
          </p:cNvSpPr>
          <p:nvPr>
            <p:ph type="title" hasCustomPrompt="1"/>
          </p:nvPr>
        </p:nvSpPr>
        <p:spPr>
          <a:xfrm>
            <a:off x="319090" y="972000"/>
            <a:ext cx="8508999" cy="37623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ts val="3200"/>
              </a:lnSpc>
              <a:defRPr lang="de-DE" sz="2500" noProof="0" dirty="0">
                <a:solidFill>
                  <a:schemeClr val="tx1"/>
                </a:solidFill>
              </a:defRPr>
            </a:lvl1pPr>
          </a:lstStyle>
          <a:p>
            <a:pPr lvl="0"/>
            <a:r>
              <a:rPr lang="de-DE" noProof="0" dirty="0"/>
              <a:t>Titel der Präsentation durch Klicken bearbeiten</a:t>
            </a:r>
          </a:p>
        </p:txBody>
      </p:sp>
    </p:spTree>
    <p:extLst>
      <p:ext uri="{BB962C8B-B14F-4D97-AF65-F5344CB8AC3E}">
        <p14:creationId xmlns:p14="http://schemas.microsoft.com/office/powerpoint/2010/main" val="17185509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
    <p:spTree>
      <p:nvGrpSpPr>
        <p:cNvPr id="1" name=""/>
        <p:cNvGrpSpPr/>
        <p:nvPr/>
      </p:nvGrpSpPr>
      <p:grpSpPr>
        <a:xfrm>
          <a:off x="0" y="0"/>
          <a:ext cx="0" cy="0"/>
          <a:chOff x="0" y="0"/>
          <a:chExt cx="0" cy="0"/>
        </a:xfrm>
      </p:grpSpPr>
      <p:sp>
        <p:nvSpPr>
          <p:cNvPr id="10" name="Titel 1"/>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marL="0" indent="0">
              <a:lnSpc>
                <a:spcPts val="3200"/>
              </a:lnSpc>
              <a:defRPr lang="de-DE" sz="2500" noProof="0" dirty="0">
                <a:solidFill>
                  <a:schemeClr val="tx1"/>
                </a:solidFill>
              </a:defRPr>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9" name="Text Placeholder 18">
            <a:extLst>
              <a:ext uri="{FF2B5EF4-FFF2-40B4-BE49-F238E27FC236}">
                <a16:creationId xmlns:a16="http://schemas.microsoft.com/office/drawing/2014/main" id="{740E7229-04EE-4764-BC7E-F87916F4FA64}"/>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218394874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Inhalt">
    <p:spTree>
      <p:nvGrpSpPr>
        <p:cNvPr id="1" name=""/>
        <p:cNvGrpSpPr/>
        <p:nvPr/>
      </p:nvGrpSpPr>
      <p:grpSpPr>
        <a:xfrm>
          <a:off x="0" y="0"/>
          <a:ext cx="0" cy="0"/>
          <a:chOff x="0" y="0"/>
          <a:chExt cx="0" cy="0"/>
        </a:xfrm>
      </p:grpSpPr>
      <p:sp>
        <p:nvSpPr>
          <p:cNvPr id="10" name="Titel 1"/>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marL="0" indent="0">
              <a:lnSpc>
                <a:spcPts val="3200"/>
              </a:lnSpc>
              <a:defRPr lang="de-DE" sz="2500" noProof="0" dirty="0">
                <a:solidFill>
                  <a:schemeClr val="tx1"/>
                </a:solidFill>
              </a:defRPr>
            </a:lvl1pPr>
          </a:lstStyle>
          <a:p>
            <a:pPr lvl="0"/>
            <a:r>
              <a:rPr lang="de-DE" noProof="0" dirty="0"/>
              <a:t>Titel durch Klicken bearbeiten</a:t>
            </a:r>
          </a:p>
        </p:txBody>
      </p:sp>
      <p:sp>
        <p:nvSpPr>
          <p:cNvPr id="5" name="Foliennummernplatzhalter 4"/>
          <p:cNvSpPr>
            <a:spLocks noGrp="1"/>
          </p:cNvSpPr>
          <p:nvPr>
            <p:ph type="sldNum" sz="quarter" idx="11"/>
          </p:nvPr>
        </p:nvSpPr>
        <p:spPr/>
        <p:txBody>
          <a:bodyPr lIns="0" rIns="0"/>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307266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785785"/>
            <a:ext cx="8508999" cy="290051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222525"/>
            <a:ext cx="8508999" cy="50530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20912513-725A-7B3D-7236-D9DF537BD47D}"/>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2183948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785785"/>
            <a:ext cx="8508999" cy="290051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9090" y="1222525"/>
            <a:ext cx="8508999" cy="50530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4660904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506687"/>
            <a:ext cx="8508999" cy="3179614"/>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useBgFill="1">
        <p:nvSpPr>
          <p:cNvPr id="6" name="Textplatzhalter 7"/>
          <p:cNvSpPr>
            <a:spLocks noGrp="1"/>
          </p:cNvSpPr>
          <p:nvPr>
            <p:ph type="body" sz="quarter" idx="13" hasCustomPrompt="1"/>
          </p:nvPr>
        </p:nvSpPr>
        <p:spPr>
          <a:xfrm>
            <a:off x="311161" y="936839"/>
            <a:ext cx="8508999" cy="497688"/>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4273115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222525"/>
            <a:ext cx="8508999" cy="34637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293133E1-5289-7056-E483-775294333E78}"/>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8551479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Inhalt + Text">
    <p:spTree>
      <p:nvGrpSpPr>
        <p:cNvPr id="1" name=""/>
        <p:cNvGrpSpPr/>
        <p:nvPr/>
      </p:nvGrpSpPr>
      <p:grpSpPr>
        <a:xfrm>
          <a:off x="0" y="0"/>
          <a:ext cx="0" cy="0"/>
          <a:chOff x="0" y="0"/>
          <a:chExt cx="0" cy="0"/>
        </a:xfrm>
      </p:grpSpPr>
      <p:sp useBgFill="1">
        <p:nvSpPr>
          <p:cNvPr id="3" name="Inhaltsplatzhalter 2"/>
          <p:cNvSpPr>
            <a:spLocks noGrp="1"/>
          </p:cNvSpPr>
          <p:nvPr>
            <p:ph idx="1" hasCustomPrompt="1"/>
          </p:nvPr>
        </p:nvSpPr>
        <p:spPr>
          <a:xfrm>
            <a:off x="319090" y="1222525"/>
            <a:ext cx="8508999" cy="3463775"/>
          </a:xfrm>
          <a:prstGeom prst="rect">
            <a:avLst/>
          </a:prstGeom>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useBgFill="1">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useBgFill="1">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
        <p:nvSpPr>
          <p:cNvPr id="11" name="Titel 1">
            <a:extLst>
              <a:ext uri="{FF2B5EF4-FFF2-40B4-BE49-F238E27FC236}">
                <a16:creationId xmlns:a16="http://schemas.microsoft.com/office/drawing/2014/main" id="{CBB05561-73C4-4A74-972B-036FE30803A1}"/>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44030576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1162"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dirty="0"/>
              <a:t>Dr. rer. nat. Erika Mustermann (TUM) | kann beliebig erweitert werden | Infos mit Strich trennen</a:t>
            </a:r>
            <a:endParaRPr lang="en-US" dirty="0"/>
          </a:p>
        </p:txBody>
      </p:sp>
      <p:sp>
        <p:nvSpPr>
          <p:cNvPr id="7" name="Titel 1">
            <a:extLst>
              <a:ext uri="{FF2B5EF4-FFF2-40B4-BE49-F238E27FC236}">
                <a16:creationId xmlns:a16="http://schemas.microsoft.com/office/drawing/2014/main" id="{C820FC66-B1DF-47A9-8103-CDCC8883639F}"/>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E9EB89DB-0FCB-44DF-1F96-9A2EDDD7D265}"/>
              </a:ext>
            </a:extLst>
          </p:cNvPr>
          <p:cNvSpPr>
            <a:spLocks noGrp="1"/>
          </p:cNvSpPr>
          <p:nvPr>
            <p:ph type="body" sz="quarter" idx="18"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346290140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zwei Inhalte">
    <p:spTree>
      <p:nvGrpSpPr>
        <p:cNvPr id="1" name=""/>
        <p:cNvGrpSpPr/>
        <p:nvPr/>
      </p:nvGrpSpPr>
      <p:grpSpPr>
        <a:xfrm>
          <a:off x="0" y="0"/>
          <a:ext cx="0" cy="0"/>
          <a:chOff x="0" y="0"/>
          <a:chExt cx="0" cy="0"/>
        </a:xfrm>
      </p:grpSpPr>
      <p:sp>
        <p:nvSpPr>
          <p:cNvPr id="11" name="Inhaltsplatzhalter 2"/>
          <p:cNvSpPr>
            <a:spLocks noGrp="1"/>
          </p:cNvSpPr>
          <p:nvPr>
            <p:ph idx="14" hasCustomPrompt="1"/>
          </p:nvPr>
        </p:nvSpPr>
        <p:spPr>
          <a:xfrm>
            <a:off x="311162"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13" name="Inhaltsplatzhalter 2"/>
          <p:cNvSpPr>
            <a:spLocks noGrp="1"/>
          </p:cNvSpPr>
          <p:nvPr>
            <p:ph idx="15" hasCustomPrompt="1"/>
          </p:nvPr>
        </p:nvSpPr>
        <p:spPr>
          <a:xfrm>
            <a:off x="4647179" y="1222524"/>
            <a:ext cx="4180910" cy="3475102"/>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vl2pPr>
              <a:lnSpc>
                <a:spcPct val="114000"/>
              </a:lnSpc>
              <a:defRPr lang="de-DE" sz="1400" noProof="0" dirty="0" smtClean="0"/>
            </a:lvl2pPr>
            <a:lvl3pPr>
              <a:defRPr sz="1400" baseline="0"/>
            </a:lvl3pPr>
          </a:lstStyle>
          <a:p>
            <a:pPr lvl="0"/>
            <a:r>
              <a:rPr lang="de-DE" noProof="0" dirty="0"/>
              <a:t>Inhalt durch Klicken bearbeiten</a:t>
            </a:r>
          </a:p>
          <a:p>
            <a:pPr lvl="1"/>
            <a:r>
              <a:rPr lang="de-DE" noProof="0" dirty="0"/>
              <a:t>Zweite Ebene</a:t>
            </a:r>
          </a:p>
          <a:p>
            <a:pPr lvl="2"/>
            <a:r>
              <a:rPr lang="de-DE" noProof="0" dirty="0"/>
              <a:t>Dritte Ebene</a:t>
            </a:r>
          </a:p>
        </p:txBody>
      </p:sp>
      <p:sp>
        <p:nvSpPr>
          <p:cNvPr id="6" name="Foliennummernplatzhalter 5"/>
          <p:cNvSpPr>
            <a:spLocks noGrp="1"/>
          </p:cNvSpPr>
          <p:nvPr>
            <p:ph type="sldNum" sz="quarter" idx="16"/>
          </p:nvPr>
        </p:nvSpPr>
        <p:spPr/>
        <p:txBody>
          <a:bodyPr/>
          <a:lstStyle/>
          <a:p>
            <a:fld id="{CE58CB1E-F828-4F11-99E0-327109AF9DA4}" type="slidenum">
              <a:rPr lang="de-DE" smtClean="0"/>
              <a:pPr/>
              <a:t>‹#›</a:t>
            </a:fld>
            <a:endParaRPr lang="de-DE" dirty="0"/>
          </a:p>
        </p:txBody>
      </p:sp>
      <p:sp>
        <p:nvSpPr>
          <p:cNvPr id="8" name="Fußzeilenplatzhalter 7"/>
          <p:cNvSpPr>
            <a:spLocks noGrp="1"/>
          </p:cNvSpPr>
          <p:nvPr>
            <p:ph type="ftr" sz="quarter" idx="17"/>
          </p:nvPr>
        </p:nvSpPr>
        <p:spPr/>
        <p:txBody>
          <a:bodyPr/>
          <a:lstStyle/>
          <a:p>
            <a:r>
              <a:rPr lang="de-DE" dirty="0"/>
              <a:t>Dr. rer. nat. Erika Mustermann (TUM) | kann beliebig erweitert werden | Infos mit Strich trennen</a:t>
            </a:r>
            <a:endParaRPr lang="en-US" dirty="0"/>
          </a:p>
        </p:txBody>
      </p:sp>
      <p:sp>
        <p:nvSpPr>
          <p:cNvPr id="7" name="Titel 1">
            <a:extLst>
              <a:ext uri="{FF2B5EF4-FFF2-40B4-BE49-F238E27FC236}">
                <a16:creationId xmlns:a16="http://schemas.microsoft.com/office/drawing/2014/main" id="{C820FC66-B1DF-47A9-8103-CDCC8883639F}"/>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0068467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88333" cy="292475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38677" y="1771077"/>
            <a:ext cx="4180392" cy="2924750"/>
          </a:xfrm>
          <a:prstGeom prst="rect">
            <a:avLst/>
          </a:prstGeom>
        </p:spPr>
        <p:txBody>
          <a:bodyPr/>
          <a:lstStyle>
            <a:lvl1pPr>
              <a:lnSpc>
                <a:spcPct val="114000"/>
              </a:lnSpc>
              <a:defRPr sz="1400"/>
            </a:lvl1pPr>
          </a:lstStyle>
          <a:p>
            <a:endParaRPr lang="de-DE" dirty="0"/>
          </a:p>
        </p:txBody>
      </p:sp>
      <p:sp>
        <p:nvSpPr>
          <p:cNvPr id="15" name="Titel 1">
            <a:extLst>
              <a:ext uri="{FF2B5EF4-FFF2-40B4-BE49-F238E27FC236}">
                <a16:creationId xmlns:a16="http://schemas.microsoft.com/office/drawing/2014/main" id="{82BEFDB1-C0BE-4875-BD7E-86FDD31F7CD3}"/>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9AEF4677-339F-8CA2-B0ED-473D9EA817FC}"/>
              </a:ext>
            </a:extLst>
          </p:cNvPr>
          <p:cNvSpPr>
            <a:spLocks noGrp="1"/>
          </p:cNvSpPr>
          <p:nvPr>
            <p:ph type="body" sz="quarter" idx="19"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Zwei Inhalte + Text">
    <p:spTree>
      <p:nvGrpSpPr>
        <p:cNvPr id="1" name=""/>
        <p:cNvGrpSpPr/>
        <p:nvPr/>
      </p:nvGrpSpPr>
      <p:grpSpPr>
        <a:xfrm>
          <a:off x="0" y="0"/>
          <a:ext cx="0" cy="0"/>
          <a:chOff x="0" y="0"/>
          <a:chExt cx="0" cy="0"/>
        </a:xfrm>
      </p:grpSpPr>
      <p:sp>
        <p:nvSpPr>
          <p:cNvPr id="18" name="Textplatzhalter 7"/>
          <p:cNvSpPr>
            <a:spLocks noGrp="1"/>
          </p:cNvSpPr>
          <p:nvPr>
            <p:ph type="body" sz="quarter" idx="13"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88333" cy="2924750"/>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38677" y="1771077"/>
            <a:ext cx="4180392" cy="2924750"/>
          </a:xfrm>
          <a:prstGeom prst="rect">
            <a:avLst/>
          </a:prstGeom>
        </p:spPr>
        <p:txBody>
          <a:bodyPr/>
          <a:lstStyle>
            <a:lvl1pPr>
              <a:lnSpc>
                <a:spcPct val="114000"/>
              </a:lnSpc>
              <a:defRPr sz="1400"/>
            </a:lvl1pPr>
          </a:lstStyle>
          <a:p>
            <a:endParaRPr lang="de-DE" dirty="0"/>
          </a:p>
        </p:txBody>
      </p:sp>
      <p:sp>
        <p:nvSpPr>
          <p:cNvPr id="15" name="Titel 1">
            <a:extLst>
              <a:ext uri="{FF2B5EF4-FFF2-40B4-BE49-F238E27FC236}">
                <a16:creationId xmlns:a16="http://schemas.microsoft.com/office/drawing/2014/main" id="{82BEFDB1-C0BE-4875-BD7E-86FDD31F7CD3}"/>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10456574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2152650"/>
            <a:ext cx="9144000" cy="2990850"/>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97858" cy="29342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1771076"/>
            <a:ext cx="4180392" cy="2915225"/>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5" name="Titel 1">
            <a:extLst>
              <a:ext uri="{FF2B5EF4-FFF2-40B4-BE49-F238E27FC236}">
                <a16:creationId xmlns:a16="http://schemas.microsoft.com/office/drawing/2014/main" id="{D4303ED8-136B-40E2-A690-FE4668647E77}"/>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B396E02D-F2E0-1B1F-A258-256C442E5359}"/>
              </a:ext>
            </a:extLst>
          </p:cNvPr>
          <p:cNvSpPr>
            <a:spLocks noGrp="1"/>
          </p:cNvSpPr>
          <p:nvPr>
            <p:ph type="body" sz="quarter" idx="20"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Zwei Inhalte + Text (Hintergrund)">
    <p:spTree>
      <p:nvGrpSpPr>
        <p:cNvPr id="1" name=""/>
        <p:cNvGrpSpPr/>
        <p:nvPr/>
      </p:nvGrpSpPr>
      <p:grpSpPr>
        <a:xfrm>
          <a:off x="0" y="0"/>
          <a:ext cx="0" cy="0"/>
          <a:chOff x="0" y="0"/>
          <a:chExt cx="0" cy="0"/>
        </a:xfrm>
      </p:grpSpPr>
      <p:sp>
        <p:nvSpPr>
          <p:cNvPr id="9" name="Rechteck 8"/>
          <p:cNvSpPr/>
          <p:nvPr userDrawn="1"/>
        </p:nvSpPr>
        <p:spPr bwMode="auto">
          <a:xfrm>
            <a:off x="0" y="1771076"/>
            <a:ext cx="9144000" cy="3372424"/>
          </a:xfrm>
          <a:prstGeom prst="rect">
            <a:avLst/>
          </a:prstGeom>
          <a:solidFill>
            <a:schemeClr val="bg1">
              <a:lumMod val="9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algn="r" eaLnBrk="0" hangingPunct="0"/>
            <a:endParaRPr lang="de-DE" sz="1000">
              <a:latin typeface="Arial" pitchFamily="34" charset="0"/>
            </a:endParaRPr>
          </a:p>
        </p:txBody>
      </p:sp>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8" name="Inhaltsplatzhalter 9"/>
          <p:cNvSpPr>
            <a:spLocks noGrp="1"/>
          </p:cNvSpPr>
          <p:nvPr>
            <p:ph sz="quarter" idx="18"/>
          </p:nvPr>
        </p:nvSpPr>
        <p:spPr>
          <a:xfrm>
            <a:off x="316992" y="1771076"/>
            <a:ext cx="4197858" cy="2934274"/>
          </a:xfrm>
          <a:prstGeom prst="rect">
            <a:avLst/>
          </a:prstGeom>
        </p:spPr>
        <p:txBody>
          <a:bodyPr lIns="0" rIns="0"/>
          <a:lstStyle>
            <a:lvl1pPr>
              <a:defRPr lang="de-DE" sz="1400" kern="1200" noProof="0" dirty="0" smtClean="0">
                <a:solidFill>
                  <a:schemeClr val="tx1"/>
                </a:solidFill>
                <a:latin typeface="+mn-lt"/>
                <a:ea typeface="+mn-ea"/>
                <a:cs typeface="+mn-cs"/>
              </a:defRPr>
            </a:lvl1pPr>
            <a:lvl2pPr>
              <a:defRPr sz="1400"/>
            </a:lvl2pPr>
            <a:lvl3pPr>
              <a:defRPr sz="1400" baseline="0"/>
            </a:lvl3pPr>
          </a:lstStyle>
          <a:p>
            <a:pPr lvl="0"/>
            <a:r>
              <a:rPr lang="de-DE" dirty="0"/>
              <a:t>Textmasterformate durch Klicken bearbeiten</a:t>
            </a:r>
          </a:p>
          <a:p>
            <a:pPr lvl="1"/>
            <a:r>
              <a:rPr lang="de-DE" dirty="0"/>
              <a:t>Zweite Ebene</a:t>
            </a:r>
          </a:p>
          <a:p>
            <a:pPr lvl="2"/>
            <a:r>
              <a:rPr lang="de-DE" dirty="0"/>
              <a:t>Dritte Ebene</a:t>
            </a:r>
          </a:p>
        </p:txBody>
      </p:sp>
      <p:sp>
        <p:nvSpPr>
          <p:cNvPr id="11" name="Bildplatzhalter 2"/>
          <p:cNvSpPr>
            <a:spLocks noGrp="1"/>
          </p:cNvSpPr>
          <p:nvPr>
            <p:ph type="pic" sz="quarter" idx="14" hasCustomPrompt="1"/>
          </p:nvPr>
        </p:nvSpPr>
        <p:spPr>
          <a:xfrm>
            <a:off x="4648200" y="1771076"/>
            <a:ext cx="4180392" cy="2915225"/>
          </a:xfrm>
          <a:prstGeom prst="rect">
            <a:avLst/>
          </a:prstGeom>
        </p:spPr>
        <p:txBody>
          <a:bodyPr/>
          <a:lstStyle>
            <a:lvl1pPr>
              <a:lnSpc>
                <a:spcPct val="114000"/>
              </a:lnSpc>
              <a:defRPr sz="1400"/>
            </a:lvl1pPr>
          </a:lstStyle>
          <a:p>
            <a:endParaRPr lang="de-DE" dirty="0"/>
          </a:p>
        </p:txBody>
      </p:sp>
      <p:sp>
        <p:nvSpPr>
          <p:cNvPr id="10" name="Textplatzhalter 7"/>
          <p:cNvSpPr>
            <a:spLocks noGrp="1"/>
          </p:cNvSpPr>
          <p:nvPr>
            <p:ph type="body" sz="quarter" idx="19"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5" name="Titel 1">
            <a:extLst>
              <a:ext uri="{FF2B5EF4-FFF2-40B4-BE49-F238E27FC236}">
                <a16:creationId xmlns:a16="http://schemas.microsoft.com/office/drawing/2014/main" id="{D4303ED8-136B-40E2-A690-FE4668647E77}"/>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3702900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oße Bilder">
    <p:spTree>
      <p:nvGrpSpPr>
        <p:cNvPr id="1" name=""/>
        <p:cNvGrpSpPr/>
        <p:nvPr/>
      </p:nvGrpSpPr>
      <p:grpSpPr>
        <a:xfrm>
          <a:off x="0" y="0"/>
          <a:ext cx="0" cy="0"/>
          <a:chOff x="0" y="0"/>
          <a:chExt cx="0" cy="0"/>
        </a:xfrm>
      </p:grpSpPr>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9" name="Bildplatzhalter 8"/>
          <p:cNvSpPr>
            <a:spLocks noGrp="1"/>
          </p:cNvSpPr>
          <p:nvPr>
            <p:ph type="pic" sz="quarter" idx="17"/>
          </p:nvPr>
        </p:nvSpPr>
        <p:spPr>
          <a:xfrm>
            <a:off x="0" y="1771076"/>
            <a:ext cx="9144000" cy="3367344"/>
          </a:xfrm>
          <a:prstGeom prst="rect">
            <a:avLst/>
          </a:prstGeom>
        </p:spPr>
        <p:txBody>
          <a:bodyPr/>
          <a:lstStyle>
            <a:lvl1pPr>
              <a:defRPr sz="1400"/>
            </a:lvl1pPr>
          </a:lstStyle>
          <a:p>
            <a:endParaRPr lang="de-DE" dirty="0"/>
          </a:p>
        </p:txBody>
      </p:sp>
      <p:sp>
        <p:nvSpPr>
          <p:cNvPr id="8" name="Textplatzhalter 7"/>
          <p:cNvSpPr>
            <a:spLocks noGrp="1"/>
          </p:cNvSpPr>
          <p:nvPr>
            <p:ph type="body" sz="quarter" idx="18"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0" name="Titel 1">
            <a:extLst>
              <a:ext uri="{FF2B5EF4-FFF2-40B4-BE49-F238E27FC236}">
                <a16:creationId xmlns:a16="http://schemas.microsoft.com/office/drawing/2014/main" id="{B1164939-4755-42C9-9079-2B5AE284E2E6}"/>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5FE9A9B3-89BF-F3DC-FA80-DEDD36A47285}"/>
              </a:ext>
            </a:extLst>
          </p:cNvPr>
          <p:cNvSpPr>
            <a:spLocks noGrp="1"/>
          </p:cNvSpPr>
          <p:nvPr>
            <p:ph type="body" sz="quarter" idx="14"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111150819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_große Bilder">
    <p:spTree>
      <p:nvGrpSpPr>
        <p:cNvPr id="1" name=""/>
        <p:cNvGrpSpPr/>
        <p:nvPr/>
      </p:nvGrpSpPr>
      <p:grpSpPr>
        <a:xfrm>
          <a:off x="0" y="0"/>
          <a:ext cx="0" cy="0"/>
          <a:chOff x="0" y="0"/>
          <a:chExt cx="0" cy="0"/>
        </a:xfrm>
      </p:grpSpPr>
      <p:sp>
        <p:nvSpPr>
          <p:cNvPr id="7" name="Foliennummernplatzhalter 6"/>
          <p:cNvSpPr>
            <a:spLocks noGrp="1"/>
          </p:cNvSpPr>
          <p:nvPr>
            <p:ph type="sldNum" sz="quarter" idx="15"/>
          </p:nvPr>
        </p:nvSpPr>
        <p:spPr/>
        <p:txBody>
          <a:bodyPr/>
          <a:lstStyle/>
          <a:p>
            <a:fld id="{CE58CB1E-F828-4F11-99E0-327109AF9DA4}" type="slidenum">
              <a:rPr lang="de-DE" smtClean="0"/>
              <a:pPr/>
              <a:t>‹#›</a:t>
            </a:fld>
            <a:endParaRPr lang="de-DE" dirty="0"/>
          </a:p>
        </p:txBody>
      </p:sp>
      <p:sp>
        <p:nvSpPr>
          <p:cNvPr id="12" name="Fußzeilenplatzhalter 11"/>
          <p:cNvSpPr>
            <a:spLocks noGrp="1"/>
          </p:cNvSpPr>
          <p:nvPr>
            <p:ph type="ftr" sz="quarter" idx="16"/>
          </p:nvPr>
        </p:nvSpPr>
        <p:spPr/>
        <p:txBody>
          <a:bodyPr/>
          <a:lstStyle/>
          <a:p>
            <a:r>
              <a:rPr lang="de-DE" dirty="0"/>
              <a:t>Dr. rer. nat. Erika Mustermann (TUM) | kann beliebig erweitert werden | Infos mit Strich trennen</a:t>
            </a:r>
            <a:endParaRPr lang="de-DE" noProof="0" dirty="0"/>
          </a:p>
        </p:txBody>
      </p:sp>
      <p:sp>
        <p:nvSpPr>
          <p:cNvPr id="9" name="Bildplatzhalter 8"/>
          <p:cNvSpPr>
            <a:spLocks noGrp="1"/>
          </p:cNvSpPr>
          <p:nvPr>
            <p:ph type="pic" sz="quarter" idx="17"/>
          </p:nvPr>
        </p:nvSpPr>
        <p:spPr>
          <a:xfrm>
            <a:off x="0" y="1771076"/>
            <a:ext cx="9144000" cy="3367344"/>
          </a:xfrm>
          <a:prstGeom prst="rect">
            <a:avLst/>
          </a:prstGeom>
        </p:spPr>
        <p:txBody>
          <a:bodyPr/>
          <a:lstStyle>
            <a:lvl1pPr>
              <a:defRPr sz="1400"/>
            </a:lvl1pPr>
          </a:lstStyle>
          <a:p>
            <a:endParaRPr lang="de-DE" dirty="0"/>
          </a:p>
        </p:txBody>
      </p:sp>
      <p:sp>
        <p:nvSpPr>
          <p:cNvPr id="8" name="Textplatzhalter 7"/>
          <p:cNvSpPr>
            <a:spLocks noGrp="1"/>
          </p:cNvSpPr>
          <p:nvPr>
            <p:ph type="body" sz="quarter" idx="18" hasCustomPrompt="1"/>
          </p:nvPr>
        </p:nvSpPr>
        <p:spPr>
          <a:xfrm>
            <a:off x="319090" y="1222524"/>
            <a:ext cx="8508999" cy="495780"/>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lvl1pPr>
              <a:lnSpc>
                <a:spcPct val="114000"/>
              </a:lnSpc>
              <a:defRPr lang="de-DE" sz="1400" noProof="0" dirty="0" smtClean="0"/>
            </a:lvl1pPr>
          </a:lstStyle>
          <a:p>
            <a:pPr lvl="0"/>
            <a:r>
              <a:rPr lang="de-DE" noProof="0" dirty="0"/>
              <a:t>Inhalt durch Klicken bearbeiten</a:t>
            </a:r>
          </a:p>
        </p:txBody>
      </p:sp>
      <p:sp>
        <p:nvSpPr>
          <p:cNvPr id="10" name="Titel 1">
            <a:extLst>
              <a:ext uri="{FF2B5EF4-FFF2-40B4-BE49-F238E27FC236}">
                <a16:creationId xmlns:a16="http://schemas.microsoft.com/office/drawing/2014/main" id="{B1164939-4755-42C9-9079-2B5AE284E2E6}"/>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2611215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222524"/>
            <a:ext cx="9144000" cy="3920975"/>
          </a:xfrm>
          <a:prstGeom prst="rect">
            <a:avLst/>
          </a:prstGeom>
        </p:spPr>
        <p:txBody>
          <a:bodyPr/>
          <a:lstStyle>
            <a:lvl1pPr>
              <a:lnSpc>
                <a:spcPct val="114000"/>
              </a:lnSpc>
              <a:defRPr sz="1400"/>
            </a:lvl1pPr>
          </a:lstStyle>
          <a:p>
            <a:endParaRPr lang="de-DE" dirty="0"/>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dirty="0"/>
              <a:t>Dr. rer. nat. Erika Mustermann (TUM) | kann beliebig erweitert werden | Infos mit Strich trennen</a:t>
            </a:r>
            <a:endParaRPr lang="en-US" dirty="0"/>
          </a:p>
        </p:txBody>
      </p:sp>
      <p:sp>
        <p:nvSpPr>
          <p:cNvPr id="14" name="Titel 1">
            <a:extLst>
              <a:ext uri="{FF2B5EF4-FFF2-40B4-BE49-F238E27FC236}">
                <a16:creationId xmlns:a16="http://schemas.microsoft.com/office/drawing/2014/main" id="{6F6AFFF9-3343-4B1B-8898-C1F255D03160}"/>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
        <p:nvSpPr>
          <p:cNvPr id="2" name="Text Placeholder 18">
            <a:extLst>
              <a:ext uri="{FF2B5EF4-FFF2-40B4-BE49-F238E27FC236}">
                <a16:creationId xmlns:a16="http://schemas.microsoft.com/office/drawing/2014/main" id="{FB6134F2-2761-390F-47D1-C1565FBC87CA}"/>
              </a:ext>
            </a:extLst>
          </p:cNvPr>
          <p:cNvSpPr>
            <a:spLocks noGrp="1"/>
          </p:cNvSpPr>
          <p:nvPr>
            <p:ph type="body" sz="quarter" idx="17" hasCustomPrompt="1"/>
          </p:nvPr>
        </p:nvSpPr>
        <p:spPr>
          <a:xfrm>
            <a:off x="311161" y="684430"/>
            <a:ext cx="8508999" cy="321410"/>
          </a:xfrm>
          <a:prstGeom prst="rect">
            <a:avLst/>
          </a:prstGeom>
        </p:spPr>
        <p:txBody>
          <a:bodyPr lIns="0" tIns="93600" rIns="0" bIns="0"/>
          <a:lstStyle>
            <a:lvl1pPr marL="0" marR="0" indent="0" algn="l" defTabSz="914400" rtl="0" eaLnBrk="0" fontAlgn="base" latinLnBrk="0" hangingPunct="0">
              <a:lnSpc>
                <a:spcPts val="1800"/>
              </a:lnSpc>
              <a:spcBef>
                <a:spcPts val="600"/>
              </a:spcBef>
              <a:spcAft>
                <a:spcPct val="0"/>
              </a:spcAft>
              <a:buClrTx/>
              <a:buSzTx/>
              <a:buFontTx/>
              <a:buNone/>
              <a:tabLst/>
              <a:defRPr sz="1800">
                <a:solidFill>
                  <a:schemeClr val="bg2"/>
                </a:solidFill>
                <a:latin typeface="+mj-lt"/>
              </a:defRPr>
            </a:lvl1pPr>
            <a:lvl2pPr marL="0" indent="0">
              <a:buNone/>
              <a:defRPr/>
            </a:lvl2pPr>
            <a:lvl3pPr marL="176213" indent="0">
              <a:buNone/>
              <a:defRPr/>
            </a:lvl3pPr>
            <a:lvl4pPr marL="360363" indent="0">
              <a:buNone/>
              <a:defRPr/>
            </a:lvl4pPr>
            <a:lvl5pPr marL="538162" indent="0">
              <a:buNone/>
              <a:defRPr/>
            </a:lvl5pPr>
          </a:lstStyle>
          <a:p>
            <a:pPr marL="0" marR="0" lvl="0" indent="0" algn="l" defTabSz="914400" rtl="0" eaLnBrk="0" fontAlgn="base" latinLnBrk="0" hangingPunct="0">
              <a:lnSpc>
                <a:spcPts val="1800"/>
              </a:lnSpc>
              <a:spcBef>
                <a:spcPts val="0"/>
              </a:spcBef>
              <a:spcAft>
                <a:spcPct val="0"/>
              </a:spcAft>
              <a:buClrTx/>
              <a:buSzTx/>
              <a:buFontTx/>
              <a:buNone/>
              <a:tabLst/>
              <a:defRPr/>
            </a:pPr>
            <a:r>
              <a:rPr lang="de-DE" altLang="zh-CN" sz="1800" noProof="0" dirty="0"/>
              <a:t>Untert</a:t>
            </a:r>
            <a:r>
              <a:rPr lang="de-DE" sz="1800" noProof="0" dirty="0"/>
              <a:t>itel durch Klicken bearbeiten</a:t>
            </a:r>
          </a:p>
          <a:p>
            <a:pPr lvl="0"/>
            <a:endParaRPr lang="en-US" dirty="0"/>
          </a:p>
        </p:txBody>
      </p:sp>
    </p:spTree>
    <p:extLst>
      <p:ext uri="{BB962C8B-B14F-4D97-AF65-F5344CB8AC3E}">
        <p14:creationId xmlns:p14="http://schemas.microsoft.com/office/powerpoint/2010/main" val="42579873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Bilder formatfüllend">
    <p:spTree>
      <p:nvGrpSpPr>
        <p:cNvPr id="1" name=""/>
        <p:cNvGrpSpPr/>
        <p:nvPr/>
      </p:nvGrpSpPr>
      <p:grpSpPr>
        <a:xfrm>
          <a:off x="0" y="0"/>
          <a:ext cx="0" cy="0"/>
          <a:chOff x="0" y="0"/>
          <a:chExt cx="0" cy="0"/>
        </a:xfrm>
      </p:grpSpPr>
      <p:sp>
        <p:nvSpPr>
          <p:cNvPr id="8" name="Bildplatzhalter 2"/>
          <p:cNvSpPr>
            <a:spLocks noGrp="1"/>
          </p:cNvSpPr>
          <p:nvPr>
            <p:ph type="pic" sz="quarter" idx="14" hasCustomPrompt="1"/>
          </p:nvPr>
        </p:nvSpPr>
        <p:spPr>
          <a:xfrm>
            <a:off x="0" y="1222524"/>
            <a:ext cx="9144000" cy="3920975"/>
          </a:xfrm>
          <a:prstGeom prst="rect">
            <a:avLst/>
          </a:prstGeom>
        </p:spPr>
        <p:txBody>
          <a:bodyPr/>
          <a:lstStyle>
            <a:lvl1pPr>
              <a:lnSpc>
                <a:spcPct val="114000"/>
              </a:lnSpc>
              <a:defRPr sz="1400"/>
            </a:lvl1pPr>
          </a:lstStyle>
          <a:p>
            <a:endParaRPr lang="de-DE" dirty="0"/>
          </a:p>
        </p:txBody>
      </p:sp>
      <p:sp>
        <p:nvSpPr>
          <p:cNvPr id="6" name="Foliennummernplatzhalter 5"/>
          <p:cNvSpPr>
            <a:spLocks noGrp="1"/>
          </p:cNvSpPr>
          <p:nvPr>
            <p:ph type="sldNum" sz="quarter" idx="15"/>
          </p:nvPr>
        </p:nvSpPr>
        <p:spPr/>
        <p:txBody>
          <a:bodyPr/>
          <a:lstStyle/>
          <a:p>
            <a:fld id="{CE58CB1E-F828-4F11-99E0-327109AF9DA4}" type="slidenum">
              <a:rPr lang="de-DE" smtClean="0"/>
              <a:pPr/>
              <a:t>‹#›</a:t>
            </a:fld>
            <a:endParaRPr lang="de-DE" dirty="0"/>
          </a:p>
        </p:txBody>
      </p:sp>
      <p:sp>
        <p:nvSpPr>
          <p:cNvPr id="10" name="Fußzeilenplatzhalter 9"/>
          <p:cNvSpPr>
            <a:spLocks noGrp="1"/>
          </p:cNvSpPr>
          <p:nvPr>
            <p:ph type="ftr" sz="quarter" idx="16"/>
          </p:nvPr>
        </p:nvSpPr>
        <p:spPr/>
        <p:txBody>
          <a:bodyPr/>
          <a:lstStyle/>
          <a:p>
            <a:r>
              <a:rPr lang="de-DE" dirty="0"/>
              <a:t>Dr. rer. nat. Erika Mustermann (TUM) | kann beliebig erweitert werden | Infos mit Strich trennen</a:t>
            </a:r>
            <a:endParaRPr lang="en-US" dirty="0"/>
          </a:p>
        </p:txBody>
      </p:sp>
      <p:sp>
        <p:nvSpPr>
          <p:cNvPr id="14" name="Titel 1">
            <a:extLst>
              <a:ext uri="{FF2B5EF4-FFF2-40B4-BE49-F238E27FC236}">
                <a16:creationId xmlns:a16="http://schemas.microsoft.com/office/drawing/2014/main" id="{6F6AFFF9-3343-4B1B-8898-C1F255D03160}"/>
              </a:ext>
            </a:extLst>
          </p:cNvPr>
          <p:cNvSpPr>
            <a:spLocks noGrp="1"/>
          </p:cNvSpPr>
          <p:nvPr>
            <p:ph type="title" hasCustomPrompt="1"/>
          </p:nvPr>
        </p:nvSpPr>
        <p:spPr>
          <a:xfrm>
            <a:off x="311162" y="293460"/>
            <a:ext cx="8508999" cy="380810"/>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tx1"/>
                </a:solidFill>
              </a:defRPr>
            </a:lvl1pPr>
          </a:lstStyle>
          <a:p>
            <a:pPr lvl="0"/>
            <a:r>
              <a:rPr lang="de-DE" noProof="0" dirty="0"/>
              <a:t>Titel durch Klicken bearbeiten</a:t>
            </a:r>
          </a:p>
        </p:txBody>
      </p:sp>
    </p:spTree>
    <p:extLst>
      <p:ext uri="{BB962C8B-B14F-4D97-AF65-F5344CB8AC3E}">
        <p14:creationId xmlns:p14="http://schemas.microsoft.com/office/powerpoint/2010/main" val="32878373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baseline="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5" name="Foliennummernplatzhalter 4"/>
          <p:cNvSpPr>
            <a:spLocks noGrp="1"/>
          </p:cNvSpPr>
          <p:nvPr>
            <p:ph type="sldNum" sz="quarter" idx="11"/>
          </p:nvPr>
        </p:nvSpPr>
        <p:spPr/>
        <p:txBody>
          <a:bodyPr/>
          <a:lstStyle/>
          <a:p>
            <a:fld id="{CE58CB1E-F828-4F11-99E0-327109AF9DA4}" type="slidenum">
              <a:rPr lang="de-DE" smtClean="0"/>
              <a:pPr/>
              <a:t>‹#›</a:t>
            </a:fld>
            <a:endParaRPr lang="de-DE" dirty="0"/>
          </a:p>
        </p:txBody>
      </p:sp>
      <p:sp>
        <p:nvSpPr>
          <p:cNvPr id="7" name="Fußzeilenplatzhalter 6"/>
          <p:cNvSpPr>
            <a:spLocks noGrp="1"/>
          </p:cNvSpPr>
          <p:nvPr>
            <p:ph type="ftr" sz="quarter" idx="12"/>
          </p:nvPr>
        </p:nvSpPr>
        <p:spPr/>
        <p:txBody>
          <a:body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Kapiteltrenner">
    <p:spTree>
      <p:nvGrpSpPr>
        <p:cNvPr id="1" name=""/>
        <p:cNvGrpSpPr/>
        <p:nvPr/>
      </p:nvGrpSpPr>
      <p:grpSpPr>
        <a:xfrm>
          <a:off x="0" y="0"/>
          <a:ext cx="0" cy="0"/>
          <a:chOff x="0" y="0"/>
          <a:chExt cx="0" cy="0"/>
        </a:xfrm>
      </p:grpSpPr>
      <p:sp>
        <p:nvSpPr>
          <p:cNvPr id="12" name="Titel 1"/>
          <p:cNvSpPr>
            <a:spLocks noGrp="1"/>
          </p:cNvSpPr>
          <p:nvPr>
            <p:ph type="title" hasCustomPrompt="1"/>
          </p:nvPr>
        </p:nvSpPr>
        <p:spPr>
          <a:xfrm>
            <a:off x="319090" y="972000"/>
            <a:ext cx="8508999" cy="1231106"/>
          </a:xfrm>
          <a:prstGeom prst="rect">
            <a:avLst/>
          </a:prstGeom>
          <a:noFill/>
          <a:ln w="9525">
            <a:noFill/>
            <a:miter lim="800000"/>
            <a:headEnd/>
            <a:tailEnd/>
          </a:ln>
        </p:spPr>
        <p:txBody>
          <a:bodyPr vert="horz" wrap="square" lIns="0" tIns="0" rIns="0" bIns="0" numCol="1" anchor="t" anchorCtr="0" compatLnSpc="1">
            <a:prstTxWarp prst="textNoShape">
              <a:avLst/>
            </a:prstTxWarp>
            <a:spAutoFit/>
          </a:bodyPr>
          <a:lstStyle>
            <a:lvl1pPr>
              <a:lnSpc>
                <a:spcPts val="3200"/>
              </a:lnSpc>
              <a:defRPr lang="de-DE" sz="2500" noProof="0" dirty="0">
                <a:solidFill>
                  <a:schemeClr val="bg1"/>
                </a:solidFill>
              </a:defRPr>
            </a:lvl1pPr>
          </a:lstStyle>
          <a:p>
            <a:pPr lvl="0"/>
            <a:r>
              <a:rPr lang="de-DE" noProof="0" dirty="0"/>
              <a:t>Präsentationsmuster</a:t>
            </a:r>
            <a:br>
              <a:rPr lang="de-DE" noProof="0" dirty="0"/>
            </a:br>
            <a:br>
              <a:rPr lang="de-DE" noProof="0" dirty="0"/>
            </a:br>
            <a:r>
              <a:rPr lang="de-DE" noProof="0" dirty="0"/>
              <a:t>kann auch als </a:t>
            </a:r>
            <a:r>
              <a:rPr lang="de-DE" noProof="0" dirty="0" err="1"/>
              <a:t>Kapiteltrenner</a:t>
            </a:r>
            <a:r>
              <a:rPr lang="de-DE" noProof="0" dirty="0"/>
              <a:t> verwendet werden</a:t>
            </a:r>
          </a:p>
        </p:txBody>
      </p:sp>
      <p:sp>
        <p:nvSpPr>
          <p:cNvPr id="6" name="Foliennummernplatzhalter 5"/>
          <p:cNvSpPr>
            <a:spLocks noGrp="1"/>
          </p:cNvSpPr>
          <p:nvPr>
            <p:ph type="sldNum" sz="quarter" idx="11"/>
          </p:nvPr>
        </p:nvSpPr>
        <p:spPr/>
        <p:txBody>
          <a:bodyPr/>
          <a:lstStyle>
            <a:lvl1pPr>
              <a:defRPr>
                <a:solidFill>
                  <a:schemeClr val="bg1"/>
                </a:solidFill>
              </a:defRPr>
            </a:lvl1pPr>
          </a:lstStyle>
          <a:p>
            <a:fld id="{CE58CB1E-F828-4F11-99E0-327109AF9DA4}" type="slidenum">
              <a:rPr lang="de-DE" smtClean="0"/>
              <a:pPr/>
              <a:t>‹#›</a:t>
            </a:fld>
            <a:endParaRPr lang="de-DE" dirty="0"/>
          </a:p>
        </p:txBody>
      </p:sp>
      <p:sp>
        <p:nvSpPr>
          <p:cNvPr id="8" name="Fußzeilenplatzhalter 7"/>
          <p:cNvSpPr>
            <a:spLocks noGrp="1"/>
          </p:cNvSpPr>
          <p:nvPr>
            <p:ph type="ftr" sz="quarter" idx="12"/>
          </p:nvPr>
        </p:nvSpPr>
        <p:spPr/>
        <p:txBody>
          <a:bodyPr/>
          <a:lstStyle>
            <a:lvl1pPr>
              <a:defRPr>
                <a:solidFill>
                  <a:schemeClr val="bg1"/>
                </a:solidFill>
              </a:defRPr>
            </a:lvl1pPr>
          </a:lstStyle>
          <a:p>
            <a:r>
              <a:rPr lang="de-DE" dirty="0"/>
              <a:t>Dr. rer. nat. Erika Mustermann (TUM) | kann beliebig erweitert werden | Infos mit Strich trennen</a:t>
            </a:r>
            <a:endParaRPr lang="en-US" dirty="0"/>
          </a:p>
        </p:txBody>
      </p:sp>
    </p:spTree>
    <p:extLst>
      <p:ext uri="{BB962C8B-B14F-4D97-AF65-F5344CB8AC3E}">
        <p14:creationId xmlns:p14="http://schemas.microsoft.com/office/powerpoint/2010/main" val="1718550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wmf"/></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5.xml"/><Relationship Id="rId1" Type="http://schemas.openxmlformats.org/officeDocument/2006/relationships/slideLayout" Target="../slideLayouts/slideLayout4.xml"/><Relationship Id="rId5" Type="http://schemas.openxmlformats.org/officeDocument/2006/relationships/image" Target="../media/image4.emf"/><Relationship Id="rId4" Type="http://schemas.openxmlformats.org/officeDocument/2006/relationships/image" Target="../media/image3.jpeg"/></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7.xml"/><Relationship Id="rId1" Type="http://schemas.openxmlformats.org/officeDocument/2006/relationships/slideLayout" Target="../slideLayouts/slideLayout6.xml"/><Relationship Id="rId4" Type="http://schemas.openxmlformats.org/officeDocument/2006/relationships/image" Target="../media/image1.w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slideLayout" Target="../slideLayouts/slideLayout2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slideLayout" Target="../slideLayouts/slideLayout24.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1.w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theme" Target="../theme/theme5.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theme" Target="../theme/theme6.xml"/><Relationship Id="rId1" Type="http://schemas.openxmlformats.org/officeDocument/2006/relationships/slideLayout" Target="../slideLayouts/slideLayout26.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theme" Target="../theme/theme7.xml"/><Relationship Id="rId1"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Fußzeilenplatzhalter 3"/>
          <p:cNvSpPr>
            <a:spLocks noGrp="1"/>
          </p:cNvSpPr>
          <p:nvPr>
            <p:ph type="ftr" sz="quarter" idx="3"/>
          </p:nvPr>
        </p:nvSpPr>
        <p:spPr>
          <a:xfrm>
            <a:off x="311162" y="4854985"/>
            <a:ext cx="7829538" cy="288515"/>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sp>
        <p:nvSpPr>
          <p:cNvPr id="11"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pic>
        <p:nvPicPr>
          <p:cNvPr id="5" name="Bild 8" descr="20150416 tum logo blau png final.png"/>
          <p:cNvPicPr>
            <a:picLocks noChangeAspect="1"/>
          </p:cNvPicPr>
          <p:nvPr userDrawn="1"/>
        </p:nvPicPr>
        <p:blipFill>
          <a:blip r:embed="rId4"/>
          <a:stretch>
            <a:fillRect/>
          </a:stretch>
        </p:blipFill>
        <p:spPr>
          <a:xfrm>
            <a:off x="8218800" y="324000"/>
            <a:ext cx="604774" cy="318516"/>
          </a:xfrm>
          <a:prstGeom prst="rect">
            <a:avLst/>
          </a:prstGeom>
        </p:spPr>
      </p:pic>
    </p:spTree>
  </p:cSld>
  <p:clrMap bg1="lt1" tx1="dk1" bg2="lt2" tx2="dk2" accent1="accent1" accent2="accent2" accent3="accent3" accent4="accent4" accent5="accent5" accent6="accent6" hlink="hlink" folHlink="folHlink"/>
  <p:sldLayoutIdLst>
    <p:sldLayoutId id="2147483664" r:id="rId1"/>
    <p:sldLayoutId id="2147483665" r:id="rId2"/>
  </p:sldLayoutIdLst>
  <p:hf hdr="0" dt="0"/>
  <p:txStyles>
    <p:titleStyle>
      <a:lvl1pPr algn="l" rtl="0" eaLnBrk="1" fontAlgn="base" hangingPunct="1">
        <a:lnSpc>
          <a:spcPct val="125000"/>
        </a:lnSpc>
        <a:spcBef>
          <a:spcPct val="0"/>
        </a:spcBef>
        <a:spcAft>
          <a:spcPct val="0"/>
        </a:spcAft>
        <a:defRPr sz="2200" b="0" kern="1200">
          <a:solidFill>
            <a:schemeClr val="tx1"/>
          </a:solidFill>
          <a:latin typeface="+mj-lt"/>
          <a:ea typeface="+mj-ea"/>
          <a:cs typeface="+mj-cs"/>
        </a:defRPr>
      </a:lvl1pPr>
      <a:lvl2pPr algn="l" rtl="0" eaLnBrk="1" fontAlgn="base" hangingPunct="1">
        <a:spcBef>
          <a:spcPct val="0"/>
        </a:spcBef>
        <a:spcAft>
          <a:spcPct val="0"/>
        </a:spcAft>
        <a:defRPr sz="2000" b="1">
          <a:solidFill>
            <a:schemeClr val="tx2"/>
          </a:solidFill>
          <a:latin typeface="Arial" charset="0"/>
          <a:cs typeface="Arial" charset="0"/>
        </a:defRPr>
      </a:lvl2pPr>
      <a:lvl3pPr algn="l" rtl="0" eaLnBrk="1" fontAlgn="base" hangingPunct="1">
        <a:spcBef>
          <a:spcPct val="0"/>
        </a:spcBef>
        <a:spcAft>
          <a:spcPct val="0"/>
        </a:spcAft>
        <a:defRPr sz="2000" b="1">
          <a:solidFill>
            <a:schemeClr val="tx2"/>
          </a:solidFill>
          <a:latin typeface="Arial" charset="0"/>
          <a:cs typeface="Arial" charset="0"/>
        </a:defRPr>
      </a:lvl3pPr>
      <a:lvl4pPr algn="l" rtl="0" eaLnBrk="1" fontAlgn="base" hangingPunct="1">
        <a:spcBef>
          <a:spcPct val="0"/>
        </a:spcBef>
        <a:spcAft>
          <a:spcPct val="0"/>
        </a:spcAft>
        <a:defRPr sz="2000" b="1">
          <a:solidFill>
            <a:schemeClr val="tx2"/>
          </a:solidFill>
          <a:latin typeface="Arial" charset="0"/>
          <a:cs typeface="Arial" charset="0"/>
        </a:defRPr>
      </a:lvl4pPr>
      <a:lvl5pPr algn="l" rtl="0" eaLnBrk="1" fontAlgn="base" hangingPunct="1">
        <a:spcBef>
          <a:spcPct val="0"/>
        </a:spcBef>
        <a:spcAft>
          <a:spcPct val="0"/>
        </a:spcAft>
        <a:defRPr sz="2000" b="1">
          <a:solidFill>
            <a:schemeClr val="tx2"/>
          </a:solidFill>
          <a:latin typeface="Arial" charset="0"/>
          <a:cs typeface="Arial" charset="0"/>
        </a:defRPr>
      </a:lvl5pPr>
      <a:lvl6pPr marL="457200" algn="l" rtl="0" eaLnBrk="1" fontAlgn="base" hangingPunct="1">
        <a:spcBef>
          <a:spcPct val="0"/>
        </a:spcBef>
        <a:spcAft>
          <a:spcPct val="0"/>
        </a:spcAft>
        <a:defRPr sz="2000" b="1">
          <a:solidFill>
            <a:schemeClr val="tx2"/>
          </a:solidFill>
          <a:latin typeface="Arial" charset="0"/>
          <a:cs typeface="Arial" charset="0"/>
        </a:defRPr>
      </a:lvl6pPr>
      <a:lvl7pPr marL="914400" algn="l" rtl="0" eaLnBrk="1" fontAlgn="base" hangingPunct="1">
        <a:spcBef>
          <a:spcPct val="0"/>
        </a:spcBef>
        <a:spcAft>
          <a:spcPct val="0"/>
        </a:spcAft>
        <a:defRPr sz="2000" b="1">
          <a:solidFill>
            <a:schemeClr val="tx2"/>
          </a:solidFill>
          <a:latin typeface="Arial" charset="0"/>
          <a:cs typeface="Arial" charset="0"/>
        </a:defRPr>
      </a:lvl7pPr>
      <a:lvl8pPr marL="1371600" algn="l" rtl="0" eaLnBrk="1" fontAlgn="base" hangingPunct="1">
        <a:spcBef>
          <a:spcPct val="0"/>
        </a:spcBef>
        <a:spcAft>
          <a:spcPct val="0"/>
        </a:spcAft>
        <a:defRPr sz="2000" b="1">
          <a:solidFill>
            <a:schemeClr val="tx2"/>
          </a:solidFill>
          <a:latin typeface="Arial" charset="0"/>
          <a:cs typeface="Arial" charset="0"/>
        </a:defRPr>
      </a:lvl8pPr>
      <a:lvl9pPr marL="1828800" algn="l" rtl="0" eaLnBrk="1" fontAlgn="base" hangingPunct="1">
        <a:spcBef>
          <a:spcPct val="0"/>
        </a:spcBef>
        <a:spcAft>
          <a:spcPct val="0"/>
        </a:spcAft>
        <a:defRPr sz="2000" b="1">
          <a:solidFill>
            <a:schemeClr val="tx2"/>
          </a:solidFill>
          <a:latin typeface="Arial" charset="0"/>
          <a:cs typeface="Arial" charset="0"/>
        </a:defRPr>
      </a:lvl9pPr>
    </p:titleStyle>
    <p:bodyStyle>
      <a:lvl1pPr algn="l" rtl="0" eaLnBrk="1" fontAlgn="base" hangingPunct="1">
        <a:lnSpc>
          <a:spcPct val="100000"/>
        </a:lnSpc>
        <a:spcBef>
          <a:spcPct val="0"/>
        </a:spcBef>
        <a:spcAft>
          <a:spcPct val="0"/>
        </a:spcAft>
        <a:defRPr sz="1600" kern="1200">
          <a:solidFill>
            <a:schemeClr val="tx1"/>
          </a:solidFill>
          <a:latin typeface="+mn-lt"/>
          <a:ea typeface="+mn-ea"/>
          <a:cs typeface="+mn-cs"/>
        </a:defRPr>
      </a:lvl1pPr>
      <a:lvl2pPr marL="176213" indent="-176213" algn="l" rtl="0" eaLnBrk="1" fontAlgn="base" hangingPunct="1">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1" fontAlgn="base" hangingPunct="1">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6966230"/>
      </p:ext>
    </p:extLst>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3" name="Textfeld 22"/>
          <p:cNvSpPr txBox="1"/>
          <p:nvPr/>
        </p:nvSpPr>
        <p:spPr>
          <a:xfrm>
            <a:off x="7713330" y="4922462"/>
            <a:ext cx="1115376" cy="210507"/>
          </a:xfrm>
          <a:prstGeom prst="rect">
            <a:avLst/>
          </a:prstGeom>
        </p:spPr>
        <p:txBody>
          <a:bodyPr wrap="square" lIns="0" tIns="0" rIns="0" bIns="0" rtlCol="0" anchor="b" anchorCtr="0">
            <a:spAutoFit/>
          </a:bodyPr>
          <a:lstStyle/>
          <a:p>
            <a:pPr algn="r">
              <a:lnSpc>
                <a:spcPct val="114000"/>
              </a:lnSpc>
            </a:pPr>
            <a:fld id="{C51078C5-4710-4254-8001-F1C0900803FD}" type="slidenum">
              <a:rPr lang="de-DE" sz="1200" smtClean="0">
                <a:latin typeface="+mn-lt"/>
                <a:cs typeface="Arial" pitchFamily="34" charset="0"/>
              </a:rPr>
              <a:pPr algn="r">
                <a:lnSpc>
                  <a:spcPct val="114000"/>
                </a:lnSpc>
              </a:pPr>
              <a:t>‹#›</a:t>
            </a:fld>
            <a:endParaRPr lang="de-DE" sz="1200" dirty="0">
              <a:latin typeface="+mn-lt"/>
              <a:cs typeface="Arial" pitchFamily="34" charset="0"/>
            </a:endParaRPr>
          </a:p>
        </p:txBody>
      </p:sp>
      <p:pic>
        <p:nvPicPr>
          <p:cNvPr id="5" name="Bild 4" descr="Fahnen_HG.jpg"/>
          <p:cNvPicPr>
            <a:picLocks noChangeAspect="1"/>
          </p:cNvPicPr>
          <p:nvPr/>
        </p:nvPicPr>
        <p:blipFill>
          <a:blip r:embed="rId4" cstate="screen"/>
          <a:srcRect l="398" t="14167" b="10833"/>
          <a:stretch>
            <a:fillRect/>
          </a:stretch>
        </p:blipFill>
        <p:spPr>
          <a:xfrm>
            <a:off x="0" y="0"/>
            <a:ext cx="9144000" cy="5143500"/>
          </a:xfrm>
          <a:prstGeom prst="rect">
            <a:avLst/>
          </a:prstGeom>
        </p:spPr>
      </p:pic>
      <p:pic>
        <p:nvPicPr>
          <p:cNvPr id="7" name="Bild 6" descr="20150416 tum logo blau png final.png"/>
          <p:cNvPicPr>
            <a:picLocks noChangeAspect="1"/>
          </p:cNvPicPr>
          <p:nvPr/>
        </p:nvPicPr>
        <p:blipFill>
          <a:blip r:embed="rId5"/>
          <a:stretch>
            <a:fillRect/>
          </a:stretch>
        </p:blipFill>
        <p:spPr>
          <a:xfrm>
            <a:off x="8218800" y="324000"/>
            <a:ext cx="599513" cy="320288"/>
          </a:xfrm>
          <a:prstGeom prst="rect">
            <a:avLst/>
          </a:prstGeom>
        </p:spPr>
      </p:pic>
      <p:sp>
        <p:nvSpPr>
          <p:cNvPr id="8"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9" r:id="rId1"/>
    <p:sldLayoutId id="2147483724"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pic>
        <p:nvPicPr>
          <p:cNvPr id="7" name="Bild 6" descr="20150416 tum logo blau png final.png"/>
          <p:cNvPicPr>
            <a:picLocks noChangeAspect="1"/>
          </p:cNvPicPr>
          <p:nvPr/>
        </p:nvPicPr>
        <p:blipFill>
          <a:blip r:embed="rId4"/>
          <a:stretch>
            <a:fillRect/>
          </a:stretch>
        </p:blipFill>
        <p:spPr>
          <a:xfrm>
            <a:off x="8218411" y="324000"/>
            <a:ext cx="604774" cy="318516"/>
          </a:xfrm>
          <a:prstGeom prst="rect">
            <a:avLst/>
          </a:prstGeom>
        </p:spPr>
      </p:pic>
      <p:sp>
        <p:nvSpPr>
          <p:cNvPr id="11" name="Textfeld 10"/>
          <p:cNvSpPr txBox="1"/>
          <p:nvPr userDrawn="1"/>
        </p:nvSpPr>
        <p:spPr>
          <a:xfrm>
            <a:off x="319506" y="321468"/>
            <a:ext cx="7160425" cy="346249"/>
          </a:xfrm>
          <a:prstGeom prst="rect">
            <a:avLst/>
          </a:prstGeom>
          <a:noFill/>
        </p:spPr>
        <p:txBody>
          <a:bodyPr wrap="square" lIns="0" tIns="0" rIns="0" bIns="0" rtlCol="0">
            <a:spAutoFit/>
          </a:bodyPr>
          <a:lstStyle/>
          <a:p>
            <a:pPr>
              <a:lnSpc>
                <a:spcPts val="900"/>
              </a:lnSpc>
            </a:pPr>
            <a:r>
              <a:rPr lang="en-US" sz="800" dirty="0">
                <a:solidFill>
                  <a:schemeClr val="tx2"/>
                </a:solidFill>
                <a:latin typeface="+mn-lt"/>
              </a:rPr>
              <a:t>Chair of High-Power Converter Systems</a:t>
            </a:r>
            <a:endParaRPr lang="de-DE" sz="800" kern="1200" dirty="0">
              <a:solidFill>
                <a:schemeClr val="tx2"/>
              </a:solidFill>
              <a:latin typeface="+mn-lt"/>
              <a:ea typeface="+mn-ea"/>
              <a:cs typeface="Arial" charset="0"/>
            </a:endParaRPr>
          </a:p>
          <a:p>
            <a:pPr>
              <a:lnSpc>
                <a:spcPts val="900"/>
              </a:lnSpc>
            </a:pPr>
            <a:r>
              <a:rPr lang="en-US" sz="800" kern="1200" dirty="0">
                <a:solidFill>
                  <a:schemeClr val="tx2"/>
                </a:solidFill>
                <a:latin typeface="+mn-lt"/>
                <a:ea typeface="+mn-ea"/>
                <a:cs typeface="Arial" charset="0"/>
              </a:rPr>
              <a:t>TUM School of Engineering and Design</a:t>
            </a:r>
            <a:endParaRPr lang="de-DE" sz="800" kern="1200" dirty="0">
              <a:solidFill>
                <a:schemeClr val="tx2"/>
              </a:solidFill>
              <a:latin typeface="+mn-lt"/>
              <a:ea typeface="+mn-ea"/>
              <a:cs typeface="Arial" charset="0"/>
            </a:endParaRPr>
          </a:p>
          <a:p>
            <a:pPr>
              <a:lnSpc>
                <a:spcPts val="900"/>
              </a:lnSpc>
            </a:pPr>
            <a:r>
              <a:rPr lang="de-DE" sz="800" baseline="0" dirty="0">
                <a:solidFill>
                  <a:schemeClr val="tx2"/>
                </a:solidFill>
                <a:latin typeface="+mn-lt"/>
              </a:rPr>
              <a:t>Technical University of Munich</a:t>
            </a:r>
            <a:endParaRPr lang="de-DE" sz="800" dirty="0">
              <a:solidFill>
                <a:schemeClr val="tx2"/>
              </a:solidFill>
              <a:latin typeface="+mn-lt"/>
            </a:endParaRPr>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3" name="Bild 2" descr="20150416 tum logo blau png final.png"/>
          <p:cNvPicPr>
            <a:picLocks noChangeAspect="1"/>
          </p:cNvPicPr>
          <p:nvPr/>
        </p:nvPicPr>
        <p:blipFill>
          <a:blip r:embed="rId20"/>
          <a:stretch>
            <a:fillRect/>
          </a:stretch>
        </p:blipFill>
        <p:spPr>
          <a:xfrm>
            <a:off x="8218411" y="324000"/>
            <a:ext cx="604774" cy="318516"/>
          </a:xfrm>
          <a:prstGeom prst="rect">
            <a:avLst/>
          </a:prstGeom>
        </p:spPr>
      </p:pic>
      <p:sp>
        <p:nvSpPr>
          <p:cNvPr id="5" name="Foliennummernplatzhalter 4"/>
          <p:cNvSpPr>
            <a:spLocks noGrp="1"/>
          </p:cNvSpPr>
          <p:nvPr>
            <p:ph type="sldNum" sz="quarter" idx="4"/>
          </p:nvPr>
        </p:nvSpPr>
        <p:spPr>
          <a:xfrm>
            <a:off x="6774934" y="4854985"/>
            <a:ext cx="2052074" cy="273844"/>
          </a:xfrm>
          <a:prstGeom prst="rect">
            <a:avLst/>
          </a:prstGeom>
        </p:spPr>
        <p:txBody>
          <a:bodyPr vert="horz" lIns="0" tIns="45720" rIns="0" bIns="45720" rtlCol="0" anchor="ctr"/>
          <a:lstStyle>
            <a:lvl1pPr algn="r">
              <a:defRPr sz="1100">
                <a:solidFill>
                  <a:schemeClr val="tx1"/>
                </a:solidFill>
              </a:defRPr>
            </a:lvl1pPr>
          </a:lstStyle>
          <a:p>
            <a:fld id="{CE58CB1E-F828-4F11-99E0-327109AF9DA4}" type="slidenum">
              <a:rPr lang="de-DE" smtClean="0"/>
              <a:pPr/>
              <a:t>‹#›</a:t>
            </a:fld>
            <a:endParaRPr lang="de-DE" dirty="0"/>
          </a:p>
        </p:txBody>
      </p:sp>
      <p:sp>
        <p:nvSpPr>
          <p:cNvPr id="6"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tx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62" r:id="rId1"/>
    <p:sldLayoutId id="2147483654" r:id="rId2"/>
    <p:sldLayoutId id="2147483716" r:id="rId3"/>
    <p:sldLayoutId id="2147483704" r:id="rId4"/>
    <p:sldLayoutId id="2147483714" r:id="rId5"/>
    <p:sldLayoutId id="2147483713" r:id="rId6"/>
    <p:sldLayoutId id="2147483712" r:id="rId7"/>
    <p:sldLayoutId id="2147483715" r:id="rId8"/>
    <p:sldLayoutId id="2147483657" r:id="rId9"/>
    <p:sldLayoutId id="2147483717" r:id="rId10"/>
    <p:sldLayoutId id="2147483711" r:id="rId11"/>
    <p:sldLayoutId id="2147483718" r:id="rId12"/>
    <p:sldLayoutId id="2147483703" r:id="rId13"/>
    <p:sldLayoutId id="2147483719" r:id="rId14"/>
    <p:sldLayoutId id="2147483653" r:id="rId15"/>
    <p:sldLayoutId id="2147483721" r:id="rId16"/>
    <p:sldLayoutId id="2147483656" r:id="rId17"/>
    <p:sldLayoutId id="2147483720" r:id="rId18"/>
  </p:sldLayoutIdLst>
  <p:hf hdr="0" dt="0"/>
  <p:txStyles>
    <p:titleStyle>
      <a:lvl1pPr algn="l" rtl="0" eaLnBrk="0" fontAlgn="base" hangingPunct="0">
        <a:lnSpc>
          <a:spcPct val="125000"/>
        </a:lnSpc>
        <a:spcBef>
          <a:spcPct val="0"/>
        </a:spcBef>
        <a:spcAft>
          <a:spcPct val="0"/>
        </a:spcAft>
        <a:defRPr sz="25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hteck 5"/>
          <p:cNvSpPr/>
          <p:nvPr/>
        </p:nvSpPr>
        <p:spPr bwMode="hidden">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p>
        </p:txBody>
      </p:sp>
      <p:pic>
        <p:nvPicPr>
          <p:cNvPr id="4" name="Bild 3" descr="20150416 tum logo blau png final.png"/>
          <p:cNvPicPr>
            <a:picLocks noChangeAspect="1"/>
          </p:cNvPicPr>
          <p:nvPr/>
        </p:nvPicPr>
        <p:blipFill>
          <a:blip r:embed="rId3"/>
          <a:stretch>
            <a:fillRect/>
          </a:stretch>
        </p:blipFill>
        <p:spPr bwMode="black">
          <a:xfrm>
            <a:off x="8218800" y="324000"/>
            <a:ext cx="599513" cy="320288"/>
          </a:xfrm>
          <a:prstGeom prst="rect">
            <a:avLst/>
          </a:prstGeom>
        </p:spPr>
      </p:pic>
      <p:sp>
        <p:nvSpPr>
          <p:cNvPr id="7"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8"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85"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6"/>
          <p:cNvSpPr/>
          <p:nvPr/>
        </p:nvSpPr>
        <p:spPr bwMode="hidden">
          <a:xfrm>
            <a:off x="0" y="0"/>
            <a:ext cx="9144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lnSpc>
                <a:spcPct val="114000"/>
              </a:lnSpc>
            </a:pPr>
            <a:endParaRPr lang="de-DE" dirty="0">
              <a:solidFill>
                <a:schemeClr val="bg1"/>
              </a:solidFill>
            </a:endParaRPr>
          </a:p>
        </p:txBody>
      </p:sp>
      <p:pic>
        <p:nvPicPr>
          <p:cNvPr id="4" name="Bild 3" descr="20150416 tum logo blau png final.png"/>
          <p:cNvPicPr>
            <a:picLocks noChangeAspect="1"/>
          </p:cNvPicPr>
          <p:nvPr/>
        </p:nvPicPr>
        <p:blipFill>
          <a:blip r:embed="rId3"/>
          <a:stretch>
            <a:fillRect/>
          </a:stretch>
        </p:blipFill>
        <p:spPr bwMode="black">
          <a:xfrm>
            <a:off x="8218800" y="324000"/>
            <a:ext cx="599513" cy="320288"/>
          </a:xfrm>
          <a:prstGeom prst="rect">
            <a:avLst/>
          </a:prstGeom>
        </p:spPr>
      </p:pic>
      <p:sp>
        <p:nvSpPr>
          <p:cNvPr id="9" name="Foliennummernplatzhalter 4"/>
          <p:cNvSpPr>
            <a:spLocks noGrp="1"/>
          </p:cNvSpPr>
          <p:nvPr>
            <p:ph type="sldNum" sz="quarter" idx="4"/>
          </p:nvPr>
        </p:nvSpPr>
        <p:spPr>
          <a:xfrm>
            <a:off x="6774934" y="4854985"/>
            <a:ext cx="2052000" cy="273844"/>
          </a:xfrm>
          <a:prstGeom prst="rect">
            <a:avLst/>
          </a:prstGeom>
        </p:spPr>
        <p:txBody>
          <a:bodyPr vert="horz" lIns="0" tIns="45720" rIns="0" bIns="45720" rtlCol="0" anchor="ctr"/>
          <a:lstStyle>
            <a:lvl1pPr algn="r">
              <a:defRPr sz="1100">
                <a:solidFill>
                  <a:schemeClr val="bg1"/>
                </a:solidFill>
              </a:defRPr>
            </a:lvl1pPr>
          </a:lstStyle>
          <a:p>
            <a:fld id="{CE58CB1E-F828-4F11-99E0-327109AF9DA4}" type="slidenum">
              <a:rPr lang="de-DE" smtClean="0"/>
              <a:pPr/>
              <a:t>‹#›</a:t>
            </a:fld>
            <a:endParaRPr lang="de-DE" dirty="0"/>
          </a:p>
        </p:txBody>
      </p:sp>
      <p:sp>
        <p:nvSpPr>
          <p:cNvPr id="10" name="Fußzeilenplatzhalter 3"/>
          <p:cNvSpPr>
            <a:spLocks noGrp="1"/>
          </p:cNvSpPr>
          <p:nvPr>
            <p:ph type="ftr" sz="quarter" idx="3"/>
          </p:nvPr>
        </p:nvSpPr>
        <p:spPr>
          <a:xfrm>
            <a:off x="311162" y="4854985"/>
            <a:ext cx="6464280" cy="273844"/>
          </a:xfrm>
          <a:prstGeom prst="rect">
            <a:avLst/>
          </a:prstGeom>
        </p:spPr>
        <p:txBody>
          <a:bodyPr vert="horz" lIns="0" tIns="45720" rIns="0" bIns="45720" rtlCol="0" anchor="ctr"/>
          <a:lstStyle>
            <a:lvl1pPr algn="l">
              <a:defRPr sz="1100">
                <a:solidFill>
                  <a:schemeClr val="bg1"/>
                </a:solidFill>
              </a:defRPr>
            </a:lvl1pPr>
          </a:lstStyle>
          <a:p>
            <a:r>
              <a:rPr lang="de-DE" dirty="0"/>
              <a:t>Dr. rer. nat. Erika Mustermann (TUM) | kann beliebig erweitert werden | Infos mit Strich trennen</a:t>
            </a:r>
            <a:endParaRPr lang="en-US" dirty="0"/>
          </a:p>
        </p:txBody>
      </p:sp>
    </p:spTree>
  </p:cSld>
  <p:clrMap bg1="lt1" tx1="dk1" bg2="lt2" tx2="dk2" accent1="accent1" accent2="accent2" accent3="accent3" accent4="accent4" accent5="accent5" accent6="accent6" hlink="hlink" folHlink="folHlink"/>
  <p:sldLayoutIdLst>
    <p:sldLayoutId id="2147483698" r:id="rId1"/>
  </p:sldLayoutIdLst>
  <p:hf hdr="0" dt="0"/>
  <p:txStyles>
    <p:titleStyle>
      <a:lvl1pPr algn="l" rtl="0" eaLnBrk="0" fontAlgn="base" hangingPunct="0">
        <a:lnSpc>
          <a:spcPct val="125000"/>
        </a:lnSpc>
        <a:spcBef>
          <a:spcPct val="0"/>
        </a:spcBef>
        <a:spcAft>
          <a:spcPct val="0"/>
        </a:spcAft>
        <a:defRPr sz="2200" b="0" kern="1200">
          <a:solidFill>
            <a:schemeClr val="tx1"/>
          </a:solidFill>
          <a:latin typeface="+mj-lt"/>
          <a:ea typeface="+mj-ea"/>
          <a:cs typeface="+mj-cs"/>
        </a:defRPr>
      </a:lvl1pPr>
      <a:lvl2pPr algn="l" rtl="0" eaLnBrk="0" fontAlgn="base" hangingPunct="0">
        <a:spcBef>
          <a:spcPct val="0"/>
        </a:spcBef>
        <a:spcAft>
          <a:spcPct val="0"/>
        </a:spcAft>
        <a:defRPr sz="2000" b="1">
          <a:solidFill>
            <a:schemeClr val="tx2"/>
          </a:solidFill>
          <a:latin typeface="Arial" charset="0"/>
          <a:cs typeface="Arial" charset="0"/>
        </a:defRPr>
      </a:lvl2pPr>
      <a:lvl3pPr algn="l" rtl="0" eaLnBrk="0" fontAlgn="base" hangingPunct="0">
        <a:spcBef>
          <a:spcPct val="0"/>
        </a:spcBef>
        <a:spcAft>
          <a:spcPct val="0"/>
        </a:spcAft>
        <a:defRPr sz="2000" b="1">
          <a:solidFill>
            <a:schemeClr val="tx2"/>
          </a:solidFill>
          <a:latin typeface="Arial" charset="0"/>
          <a:cs typeface="Arial" charset="0"/>
        </a:defRPr>
      </a:lvl3pPr>
      <a:lvl4pPr algn="l" rtl="0" eaLnBrk="0" fontAlgn="base" hangingPunct="0">
        <a:spcBef>
          <a:spcPct val="0"/>
        </a:spcBef>
        <a:spcAft>
          <a:spcPct val="0"/>
        </a:spcAft>
        <a:defRPr sz="2000" b="1">
          <a:solidFill>
            <a:schemeClr val="tx2"/>
          </a:solidFill>
          <a:latin typeface="Arial" charset="0"/>
          <a:cs typeface="Arial" charset="0"/>
        </a:defRPr>
      </a:lvl4pPr>
      <a:lvl5pPr algn="l" rtl="0" eaLnBrk="0" fontAlgn="base" hangingPunct="0">
        <a:spcBef>
          <a:spcPct val="0"/>
        </a:spcBef>
        <a:spcAft>
          <a:spcPct val="0"/>
        </a:spcAft>
        <a:defRPr sz="2000" b="1">
          <a:solidFill>
            <a:schemeClr val="tx2"/>
          </a:solidFill>
          <a:latin typeface="Arial" charset="0"/>
          <a:cs typeface="Arial" charset="0"/>
        </a:defRPr>
      </a:lvl5pPr>
      <a:lvl6pPr marL="457200" algn="l" rtl="0" fontAlgn="base">
        <a:spcBef>
          <a:spcPct val="0"/>
        </a:spcBef>
        <a:spcAft>
          <a:spcPct val="0"/>
        </a:spcAft>
        <a:defRPr sz="2000" b="1">
          <a:solidFill>
            <a:schemeClr val="tx2"/>
          </a:solidFill>
          <a:latin typeface="Arial" charset="0"/>
          <a:cs typeface="Arial" charset="0"/>
        </a:defRPr>
      </a:lvl6pPr>
      <a:lvl7pPr marL="914400" algn="l" rtl="0" fontAlgn="base">
        <a:spcBef>
          <a:spcPct val="0"/>
        </a:spcBef>
        <a:spcAft>
          <a:spcPct val="0"/>
        </a:spcAft>
        <a:defRPr sz="2000" b="1">
          <a:solidFill>
            <a:schemeClr val="tx2"/>
          </a:solidFill>
          <a:latin typeface="Arial" charset="0"/>
          <a:cs typeface="Arial" charset="0"/>
        </a:defRPr>
      </a:lvl7pPr>
      <a:lvl8pPr marL="1371600" algn="l" rtl="0" fontAlgn="base">
        <a:spcBef>
          <a:spcPct val="0"/>
        </a:spcBef>
        <a:spcAft>
          <a:spcPct val="0"/>
        </a:spcAft>
        <a:defRPr sz="2000" b="1">
          <a:solidFill>
            <a:schemeClr val="tx2"/>
          </a:solidFill>
          <a:latin typeface="Arial" charset="0"/>
          <a:cs typeface="Arial" charset="0"/>
        </a:defRPr>
      </a:lvl8pPr>
      <a:lvl9pPr marL="1828800" algn="l" rtl="0" fontAlgn="base">
        <a:spcBef>
          <a:spcPct val="0"/>
        </a:spcBef>
        <a:spcAft>
          <a:spcPct val="0"/>
        </a:spcAft>
        <a:defRPr sz="2000" b="1">
          <a:solidFill>
            <a:schemeClr val="tx2"/>
          </a:solidFill>
          <a:latin typeface="Arial" charset="0"/>
          <a:cs typeface="Arial" charset="0"/>
        </a:defRPr>
      </a:lvl9pPr>
    </p:titleStyle>
    <p:bodyStyle>
      <a:lvl1pPr algn="l" rtl="0" eaLnBrk="0" fontAlgn="base" hangingPunct="0">
        <a:lnSpc>
          <a:spcPct val="100000"/>
        </a:lnSpc>
        <a:spcBef>
          <a:spcPct val="0"/>
        </a:spcBef>
        <a:spcAft>
          <a:spcPct val="0"/>
        </a:spcAft>
        <a:defRPr sz="1600" kern="1200">
          <a:solidFill>
            <a:schemeClr val="tx1"/>
          </a:solidFill>
          <a:latin typeface="+mn-lt"/>
          <a:ea typeface="+mn-ea"/>
          <a:cs typeface="+mn-cs"/>
        </a:defRPr>
      </a:lvl1pPr>
      <a:lvl2pPr marL="176213" indent="-176213" algn="l" rtl="0" eaLnBrk="0" fontAlgn="base" hangingPunct="0">
        <a:lnSpc>
          <a:spcPct val="100000"/>
        </a:lnSpc>
        <a:spcBef>
          <a:spcPct val="0"/>
        </a:spcBef>
        <a:spcAft>
          <a:spcPct val="0"/>
        </a:spcAft>
        <a:buFont typeface="Arial" charset="0"/>
        <a:buChar char="•"/>
        <a:defRPr sz="1600" kern="1200">
          <a:solidFill>
            <a:schemeClr val="tx1"/>
          </a:solidFill>
          <a:latin typeface="+mn-lt"/>
          <a:ea typeface="+mn-ea"/>
          <a:cs typeface="+mn-cs"/>
        </a:defRPr>
      </a:lvl2pPr>
      <a:lvl3pPr marL="360363" indent="-18415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3pPr>
      <a:lvl4pPr marL="538163" indent="-177800"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4pPr>
      <a:lvl5pPr marL="714375" indent="-176213" algn="l" rtl="0" eaLnBrk="0" fontAlgn="base" hangingPunct="0">
        <a:lnSpc>
          <a:spcPct val="125000"/>
        </a:lnSpc>
        <a:spcBef>
          <a:spcPct val="0"/>
        </a:spcBef>
        <a:spcAft>
          <a:spcPct val="0"/>
        </a:spcAft>
        <a:buFont typeface="Symbol" pitchFamily="18" charset="2"/>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400" b="1">
                <a:solidFill>
                  <a:srgbClr val="003359"/>
                </a:solidFill>
              </a:rPr>
              <a:t>URTIC Cold Detection: mid-term result and plan</a:t>
            </a:r>
          </a:p>
        </p:txBody>
      </p:sp>
      <p:sp>
        <p:nvSpPr>
          <p:cNvPr id="3" name="Content Placeholder 2"/>
          <p:cNvSpPr>
            <a:spLocks noGrp="1"/>
          </p:cNvSpPr>
          <p:nvPr>
            <p:ph idx="10"/>
          </p:nvPr>
        </p:nvSpPr>
        <p:spPr/>
        <p:txBody>
          <a:bodyPr/>
          <a:lstStyle/>
          <a:p>
            <a:r>
              <a:rPr sz="1500" dirty="0">
                <a:solidFill>
                  <a:srgbClr val="3C3C3C"/>
                </a:solidFill>
              </a:rPr>
              <a:t>Christoph Feldkircher, </a:t>
            </a:r>
            <a:r>
              <a:rPr lang="en-US" sz="1500" dirty="0">
                <a:solidFill>
                  <a:srgbClr val="3C3C3C"/>
                </a:solidFill>
              </a:rPr>
              <a:t>Ming Yuan</a:t>
            </a:r>
            <a:r>
              <a:rPr sz="1500" dirty="0">
                <a:solidFill>
                  <a:srgbClr val="3C3C3C"/>
                </a:solidFill>
              </a:rPr>
              <a:t> Lee, </a:t>
            </a:r>
            <a:r>
              <a:rPr lang="en-US" sz="1500" dirty="0">
                <a:solidFill>
                  <a:srgbClr val="3C3C3C"/>
                </a:solidFill>
              </a:rPr>
              <a:t>Akshat</a:t>
            </a:r>
            <a:r>
              <a:rPr sz="1500" dirty="0">
                <a:solidFill>
                  <a:srgbClr val="3C3C3C"/>
                </a:solidFill>
              </a:rPr>
              <a:t> </a:t>
            </a:r>
            <a:r>
              <a:rPr sz="1500" dirty="0" err="1">
                <a:solidFill>
                  <a:srgbClr val="3C3C3C"/>
                </a:solidFill>
              </a:rPr>
              <a:t>Chouksey</a:t>
            </a:r>
            <a:endParaRPr sz="1500" dirty="0">
              <a:solidFill>
                <a:srgbClr val="3C3C3C"/>
              </a:solidFill>
            </a:endParaRPr>
          </a:p>
          <a:p>
            <a:endParaRPr sz="1500" dirty="0">
              <a:solidFill>
                <a:srgbClr val="3C3C3C"/>
              </a:solidFill>
            </a:endParaRPr>
          </a:p>
          <a:p>
            <a:r>
              <a:rPr sz="1300" dirty="0">
                <a:solidFill>
                  <a:srgbClr val="3C3C3C"/>
                </a:solidFill>
              </a:rPr>
              <a:t>ML4Health SS26, Technical University </a:t>
            </a:r>
            <a:r>
              <a:rPr sz="1300" dirty="0" err="1">
                <a:solidFill>
                  <a:srgbClr val="3C3C3C"/>
                </a:solidFill>
              </a:rPr>
              <a:t>of</a:t>
            </a:r>
            <a:r>
              <a:rPr sz="1300" dirty="0">
                <a:solidFill>
                  <a:srgbClr val="3C3C3C"/>
                </a:solidFill>
              </a:rPr>
              <a:t> Munich</a:t>
            </a:r>
          </a:p>
          <a:p>
            <a:r>
              <a:rPr lang="de-DE" sz="1300" dirty="0">
                <a:solidFill>
                  <a:srgbClr val="3C3C3C"/>
                </a:solidFill>
              </a:rPr>
              <a:t>16 </a:t>
            </a:r>
            <a:r>
              <a:rPr sz="1300" dirty="0">
                <a:solidFill>
                  <a:srgbClr val="3C3C3C"/>
                </a:solidFill>
              </a:rPr>
              <a:t>June 2026</a:t>
            </a:r>
          </a:p>
        </p:txBody>
      </p:sp>
      <p:sp>
        <p:nvSpPr>
          <p:cNvPr id="4" name="TextBox 3"/>
          <p:cNvSpPr txBox="1"/>
          <p:nvPr/>
        </p:nvSpPr>
        <p:spPr>
          <a:xfrm>
            <a:off x="310896" y="4855464"/>
            <a:ext cx="7863840" cy="274320"/>
          </a:xfrm>
          <a:prstGeom prst="rect">
            <a:avLst/>
          </a:prstGeom>
          <a:solidFill>
            <a:srgbClr val="FFFFFF"/>
          </a:solidFill>
          <a:ln>
            <a:noFill/>
          </a:ln>
        </p:spPr>
        <p:txBody>
          <a:bodyPr wrap="none" lIns="0" tIns="0" rIns="0" bIns="0">
            <a:spAutoFit/>
          </a:bodyPr>
          <a:lstStyle/>
          <a:p>
            <a:r>
              <a:rPr sz="900" dirty="0">
                <a:solidFill>
                  <a:srgbClr val="6E6E6E"/>
                </a:solidFill>
              </a:rPr>
              <a:t>Feldkircher, Lee, </a:t>
            </a:r>
            <a:r>
              <a:rPr sz="900" dirty="0" err="1">
                <a:solidFill>
                  <a:srgbClr val="6E6E6E"/>
                </a:solidFill>
              </a:rPr>
              <a:t>Chouksey</a:t>
            </a:r>
            <a:r>
              <a:rPr sz="900" dirty="0">
                <a:solidFill>
                  <a:srgbClr val="6E6E6E"/>
                </a:solidFill>
              </a:rPr>
              <a:t>  |  ML4Health SS26, TUM  |  URTIC Cold Detection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8"/>
          </p:nvPr>
        </p:nvSpPr>
        <p:spPr/>
        <p:txBody>
          <a:bodyPr/>
          <a:lstStyle/>
          <a:p>
            <a:endParaRPr/>
          </a:p>
        </p:txBody>
      </p:sp>
      <p:sp>
        <p:nvSpPr>
          <p:cNvPr id="4" name="Title 3"/>
          <p:cNvSpPr>
            <a:spLocks noGrp="1"/>
          </p:cNvSpPr>
          <p:nvPr>
            <p:ph type="title"/>
          </p:nvPr>
        </p:nvSpPr>
        <p:spPr/>
        <p:txBody>
          <a:bodyPr/>
          <a:lstStyle/>
          <a:p>
            <a:r>
              <a:rPr sz="2200" b="1">
                <a:solidFill>
                  <a:srgbClr val="000000"/>
                </a:solidFill>
              </a:rPr>
              <a:t>What we used</a:t>
            </a:r>
          </a:p>
        </p:txBody>
      </p:sp>
      <p:pic>
        <p:nvPicPr>
          <p:cNvPr id="5" name="Picture 4" descr="fig6_architecture.png"/>
          <p:cNvPicPr>
            <a:picLocks noChangeAspect="1"/>
          </p:cNvPicPr>
          <p:nvPr/>
        </p:nvPicPr>
        <p:blipFill>
          <a:blip r:embed="rId3"/>
          <a:stretch>
            <a:fillRect/>
          </a:stretch>
        </p:blipFill>
        <p:spPr>
          <a:xfrm>
            <a:off x="228600" y="960120"/>
            <a:ext cx="8686800" cy="2530267"/>
          </a:xfrm>
          <a:prstGeom prst="rect">
            <a:avLst/>
          </a:prstGeom>
        </p:spPr>
      </p:pic>
      <p:sp>
        <p:nvSpPr>
          <p:cNvPr id="6" name="TextBox 5"/>
          <p:cNvSpPr txBox="1"/>
          <p:nvPr/>
        </p:nvSpPr>
        <p:spPr>
          <a:xfrm>
            <a:off x="310896" y="4855464"/>
            <a:ext cx="7863840" cy="274320"/>
          </a:xfrm>
          <a:prstGeom prst="rect">
            <a:avLst/>
          </a:prstGeom>
          <a:solidFill>
            <a:srgbClr val="FFFFFF"/>
          </a:solidFill>
          <a:ln>
            <a:noFill/>
          </a:ln>
        </p:spPr>
        <p:txBody>
          <a:bodyPr wrap="none" lIns="0" tIns="0" rIns="0" bIns="0">
            <a:spAutoFit/>
          </a:bodyPr>
          <a:lstStyle/>
          <a:p>
            <a:r>
              <a:rPr sz="900">
                <a:solidFill>
                  <a:srgbClr val="6E6E6E"/>
                </a:solidFill>
              </a:rPr>
              <a:t>Feldkircher, Lee, Chouksey  |  ML4Health SS26, TUM  |  URTIC Cold Detection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8"/>
          </p:nvPr>
        </p:nvSpPr>
        <p:spPr/>
        <p:txBody>
          <a:bodyPr/>
          <a:lstStyle/>
          <a:p>
            <a:endParaRPr/>
          </a:p>
        </p:txBody>
      </p:sp>
      <p:sp>
        <p:nvSpPr>
          <p:cNvPr id="4" name="Title 3"/>
          <p:cNvSpPr>
            <a:spLocks noGrp="1"/>
          </p:cNvSpPr>
          <p:nvPr>
            <p:ph type="title"/>
          </p:nvPr>
        </p:nvSpPr>
        <p:spPr/>
        <p:txBody>
          <a:bodyPr/>
          <a:lstStyle/>
          <a:p>
            <a:r>
              <a:rPr sz="2200" b="1">
                <a:solidFill>
                  <a:srgbClr val="000000"/>
                </a:solidFill>
              </a:rPr>
              <a:t>What went wrong</a:t>
            </a:r>
          </a:p>
        </p:txBody>
      </p:sp>
      <p:pic>
        <p:nvPicPr>
          <p:cNvPr id="5" name="Picture 4" descr="fig1_confusion_matrix.png"/>
          <p:cNvPicPr>
            <a:picLocks noChangeAspect="1"/>
          </p:cNvPicPr>
          <p:nvPr/>
        </p:nvPicPr>
        <p:blipFill>
          <a:blip r:embed="rId3"/>
          <a:stretch>
            <a:fillRect/>
          </a:stretch>
        </p:blipFill>
        <p:spPr>
          <a:xfrm>
            <a:off x="1303987" y="960120"/>
            <a:ext cx="6536025" cy="3703320"/>
          </a:xfrm>
          <a:prstGeom prst="rect">
            <a:avLst/>
          </a:prstGeom>
        </p:spPr>
      </p:pic>
      <p:sp>
        <p:nvSpPr>
          <p:cNvPr id="6" name="TextBox 5"/>
          <p:cNvSpPr txBox="1"/>
          <p:nvPr/>
        </p:nvSpPr>
        <p:spPr>
          <a:xfrm>
            <a:off x="310896" y="4855464"/>
            <a:ext cx="7863840" cy="274320"/>
          </a:xfrm>
          <a:prstGeom prst="rect">
            <a:avLst/>
          </a:prstGeom>
          <a:solidFill>
            <a:srgbClr val="FFFFFF"/>
          </a:solidFill>
          <a:ln>
            <a:noFill/>
          </a:ln>
        </p:spPr>
        <p:txBody>
          <a:bodyPr wrap="none" lIns="0" tIns="0" rIns="0" bIns="0">
            <a:spAutoFit/>
          </a:bodyPr>
          <a:lstStyle/>
          <a:p>
            <a:r>
              <a:rPr sz="900">
                <a:solidFill>
                  <a:srgbClr val="6E6E6E"/>
                </a:solidFill>
              </a:rPr>
              <a:t>Feldkircher, Lee, Chouksey  |  ML4Health SS26, TUM  |  URTIC Cold Detection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8"/>
          </p:nvPr>
        </p:nvSpPr>
        <p:spPr/>
        <p:txBody>
          <a:bodyPr/>
          <a:lstStyle/>
          <a:p>
            <a:endParaRPr/>
          </a:p>
        </p:txBody>
      </p:sp>
      <p:sp>
        <p:nvSpPr>
          <p:cNvPr id="4" name="Title 3"/>
          <p:cNvSpPr>
            <a:spLocks noGrp="1"/>
          </p:cNvSpPr>
          <p:nvPr>
            <p:ph type="title"/>
          </p:nvPr>
        </p:nvSpPr>
        <p:spPr/>
        <p:txBody>
          <a:bodyPr/>
          <a:lstStyle/>
          <a:p>
            <a:r>
              <a:rPr sz="2200" b="1">
                <a:solidFill>
                  <a:srgbClr val="000000"/>
                </a:solidFill>
              </a:rPr>
              <a:t>The problem is the ranking, not the threshold</a:t>
            </a:r>
          </a:p>
        </p:txBody>
      </p:sp>
      <p:pic>
        <p:nvPicPr>
          <p:cNvPr id="5" name="Picture 4" descr="fig8_recall_below_shadow.png"/>
          <p:cNvPicPr>
            <a:picLocks noChangeAspect="1"/>
          </p:cNvPicPr>
          <p:nvPr/>
        </p:nvPicPr>
        <p:blipFill>
          <a:blip r:embed="rId3"/>
          <a:stretch>
            <a:fillRect/>
          </a:stretch>
        </p:blipFill>
        <p:spPr>
          <a:xfrm>
            <a:off x="922828" y="960120"/>
            <a:ext cx="7298342" cy="3703320"/>
          </a:xfrm>
          <a:prstGeom prst="rect">
            <a:avLst/>
          </a:prstGeom>
        </p:spPr>
      </p:pic>
      <p:sp>
        <p:nvSpPr>
          <p:cNvPr id="6" name="TextBox 5"/>
          <p:cNvSpPr txBox="1"/>
          <p:nvPr/>
        </p:nvSpPr>
        <p:spPr>
          <a:xfrm>
            <a:off x="310896" y="4855464"/>
            <a:ext cx="7863840" cy="274320"/>
          </a:xfrm>
          <a:prstGeom prst="rect">
            <a:avLst/>
          </a:prstGeom>
          <a:solidFill>
            <a:srgbClr val="FFFFFF"/>
          </a:solidFill>
          <a:ln>
            <a:noFill/>
          </a:ln>
        </p:spPr>
        <p:txBody>
          <a:bodyPr wrap="none" lIns="0" tIns="0" rIns="0" bIns="0">
            <a:spAutoFit/>
          </a:bodyPr>
          <a:lstStyle/>
          <a:p>
            <a:r>
              <a:rPr sz="900">
                <a:solidFill>
                  <a:srgbClr val="6E6E6E"/>
                </a:solidFill>
              </a:rPr>
              <a:t>Feldkircher, Lee, Chouksey  |  ML4Health SS26, TUM  |  URTIC Cold Detection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8"/>
          </p:nvPr>
        </p:nvSpPr>
        <p:spPr/>
        <p:txBody>
          <a:bodyPr/>
          <a:lstStyle/>
          <a:p>
            <a:endParaRPr/>
          </a:p>
        </p:txBody>
      </p:sp>
      <p:sp>
        <p:nvSpPr>
          <p:cNvPr id="4" name="Title 3"/>
          <p:cNvSpPr>
            <a:spLocks noGrp="1"/>
          </p:cNvSpPr>
          <p:nvPr>
            <p:ph type="title"/>
          </p:nvPr>
        </p:nvSpPr>
        <p:spPr/>
        <p:txBody>
          <a:bodyPr/>
          <a:lstStyle/>
          <a:p>
            <a:r>
              <a:rPr sz="2200" b="1">
                <a:solidFill>
                  <a:srgbClr val="000000"/>
                </a:solidFill>
              </a:rPr>
              <a:t>Why our dev folds did not catch it</a:t>
            </a:r>
          </a:p>
        </p:txBody>
      </p:sp>
      <p:pic>
        <p:nvPicPr>
          <p:cNvPr id="5" name="Picture 4" descr="fig10_pool_shift.png"/>
          <p:cNvPicPr>
            <a:picLocks noChangeAspect="1"/>
          </p:cNvPicPr>
          <p:nvPr/>
        </p:nvPicPr>
        <p:blipFill>
          <a:blip r:embed="rId3"/>
          <a:stretch>
            <a:fillRect/>
          </a:stretch>
        </p:blipFill>
        <p:spPr>
          <a:xfrm>
            <a:off x="228600" y="960120"/>
            <a:ext cx="8686800" cy="3184181"/>
          </a:xfrm>
          <a:prstGeom prst="rect">
            <a:avLst/>
          </a:prstGeom>
        </p:spPr>
      </p:pic>
      <p:sp>
        <p:nvSpPr>
          <p:cNvPr id="6" name="TextBox 5"/>
          <p:cNvSpPr txBox="1"/>
          <p:nvPr/>
        </p:nvSpPr>
        <p:spPr>
          <a:xfrm>
            <a:off x="310896" y="4855464"/>
            <a:ext cx="7863840" cy="274320"/>
          </a:xfrm>
          <a:prstGeom prst="rect">
            <a:avLst/>
          </a:prstGeom>
          <a:solidFill>
            <a:srgbClr val="FFFFFF"/>
          </a:solidFill>
          <a:ln>
            <a:noFill/>
          </a:ln>
        </p:spPr>
        <p:txBody>
          <a:bodyPr wrap="none" lIns="0" tIns="0" rIns="0" bIns="0">
            <a:spAutoFit/>
          </a:bodyPr>
          <a:lstStyle/>
          <a:p>
            <a:r>
              <a:rPr sz="900">
                <a:solidFill>
                  <a:srgbClr val="6E6E6E"/>
                </a:solidFill>
              </a:rPr>
              <a:t>Feldkircher, Lee, Chouksey  |  ML4Health SS26, TUM  |  URTIC Cold Detection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8"/>
          </p:nvPr>
        </p:nvSpPr>
        <p:spPr/>
        <p:txBody>
          <a:bodyPr/>
          <a:lstStyle/>
          <a:p>
            <a:endParaRPr/>
          </a:p>
        </p:txBody>
      </p:sp>
      <p:sp>
        <p:nvSpPr>
          <p:cNvPr id="4" name="Title 3"/>
          <p:cNvSpPr>
            <a:spLocks noGrp="1"/>
          </p:cNvSpPr>
          <p:nvPr>
            <p:ph type="title"/>
          </p:nvPr>
        </p:nvSpPr>
        <p:spPr/>
        <p:txBody>
          <a:bodyPr/>
          <a:lstStyle/>
          <a:p>
            <a:r>
              <a:rPr sz="2200" b="1">
                <a:solidFill>
                  <a:srgbClr val="000000"/>
                </a:solidFill>
              </a:rPr>
              <a:t>What we change next</a:t>
            </a:r>
          </a:p>
        </p:txBody>
      </p:sp>
      <p:pic>
        <p:nvPicPr>
          <p:cNvPr id="5" name="Picture 4" descr="fig9_what_we_change.png"/>
          <p:cNvPicPr>
            <a:picLocks noChangeAspect="1"/>
          </p:cNvPicPr>
          <p:nvPr/>
        </p:nvPicPr>
        <p:blipFill>
          <a:blip r:embed="rId3"/>
          <a:stretch>
            <a:fillRect/>
          </a:stretch>
        </p:blipFill>
        <p:spPr>
          <a:xfrm>
            <a:off x="228600" y="960120"/>
            <a:ext cx="8686800" cy="3336744"/>
          </a:xfrm>
          <a:prstGeom prst="rect">
            <a:avLst/>
          </a:prstGeom>
        </p:spPr>
      </p:pic>
      <p:sp>
        <p:nvSpPr>
          <p:cNvPr id="6" name="TextBox 5"/>
          <p:cNvSpPr txBox="1"/>
          <p:nvPr/>
        </p:nvSpPr>
        <p:spPr>
          <a:xfrm>
            <a:off x="310896" y="4855464"/>
            <a:ext cx="7863840" cy="274320"/>
          </a:xfrm>
          <a:prstGeom prst="rect">
            <a:avLst/>
          </a:prstGeom>
          <a:solidFill>
            <a:srgbClr val="FFFFFF"/>
          </a:solidFill>
          <a:ln>
            <a:noFill/>
          </a:ln>
        </p:spPr>
        <p:txBody>
          <a:bodyPr wrap="none" lIns="0" tIns="0" rIns="0" bIns="0">
            <a:spAutoFit/>
          </a:bodyPr>
          <a:lstStyle/>
          <a:p>
            <a:r>
              <a:rPr sz="900">
                <a:solidFill>
                  <a:srgbClr val="6E6E6E"/>
                </a:solidFill>
              </a:rPr>
              <a:t>Feldkircher, Lee, Chouksey  |  ML4Health SS26, TUM  |  URTIC Cold Detection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sz="1300">
                <a:solidFill>
                  <a:srgbClr val="141414"/>
                </a:solidFill>
              </a:rPr>
              <a:t>Schuller et al. The INTERSPEECH 2017 Computational Paralinguistics Challenge: Addressee, Cold and Snoring. Interspeech 2017.</a:t>
            </a:r>
          </a:p>
          <a:p>
            <a:r>
              <a:rPr sz="1300">
                <a:solidFill>
                  <a:srgbClr val="141414"/>
                </a:solidFill>
              </a:rPr>
              <a:t>Chen et al. WavLM: Large-Scale Self-Supervised Pre-Training for Full Stack Speech Processing. IEEE JSTSP, 2022.</a:t>
            </a:r>
          </a:p>
          <a:p>
            <a:r>
              <a:rPr sz="1300">
                <a:solidFill>
                  <a:srgbClr val="141414"/>
                </a:solidFill>
              </a:rPr>
              <a:t>Yang et al. SUPERB: Speech processing Universal PERformance Benchmark. Interspeech 2021.</a:t>
            </a:r>
          </a:p>
          <a:p>
            <a:r>
              <a:rPr sz="1300">
                <a:solidFill>
                  <a:srgbClr val="141414"/>
                </a:solidFill>
              </a:rPr>
              <a:t>Coppock, Jones, Kiskin, Schuller. COVID-19 detection from audio: seven grains of salt. Lancet Digital Health, 2021.</a:t>
            </a:r>
          </a:p>
        </p:txBody>
      </p:sp>
      <p:sp>
        <p:nvSpPr>
          <p:cNvPr id="3" name="Title 2"/>
          <p:cNvSpPr>
            <a:spLocks noGrp="1"/>
          </p:cNvSpPr>
          <p:nvPr>
            <p:ph type="title"/>
          </p:nvPr>
        </p:nvSpPr>
        <p:spPr/>
        <p:txBody>
          <a:bodyPr/>
          <a:lstStyle/>
          <a:p>
            <a:r>
              <a:rPr sz="2200" b="1">
                <a:solidFill>
                  <a:srgbClr val="000000"/>
                </a:solidFill>
              </a:rPr>
              <a:t>References</a:t>
            </a:r>
          </a:p>
        </p:txBody>
      </p:sp>
      <p:sp>
        <p:nvSpPr>
          <p:cNvPr id="4" name="TextBox 3"/>
          <p:cNvSpPr txBox="1"/>
          <p:nvPr/>
        </p:nvSpPr>
        <p:spPr>
          <a:xfrm>
            <a:off x="310896" y="4855464"/>
            <a:ext cx="7863840" cy="274320"/>
          </a:xfrm>
          <a:prstGeom prst="rect">
            <a:avLst/>
          </a:prstGeom>
          <a:solidFill>
            <a:srgbClr val="FFFFFF"/>
          </a:solidFill>
          <a:ln>
            <a:noFill/>
          </a:ln>
        </p:spPr>
        <p:txBody>
          <a:bodyPr wrap="none" lIns="0" tIns="0" rIns="0" bIns="0">
            <a:spAutoFit/>
          </a:bodyPr>
          <a:lstStyle/>
          <a:p>
            <a:r>
              <a:rPr sz="900">
                <a:solidFill>
                  <a:srgbClr val="6E6E6E"/>
                </a:solidFill>
              </a:rPr>
              <a:t>Feldkircher, Lee, Chouksey  |  ML4Health SS26, TUM  |  URTIC Cold Detection</a:t>
            </a:r>
          </a:p>
        </p:txBody>
      </p:sp>
    </p:spTree>
  </p:cSld>
  <p:clrMapOvr>
    <a:masterClrMapping/>
  </p:clrMapOvr>
</p:sld>
</file>

<file path=ppt/theme/theme1.xml><?xml version="1.0" encoding="utf-8"?>
<a:theme xmlns:a="http://schemas.openxmlformats.org/drawingml/2006/main" name="Titel 1">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F39E7027-915F-7341-A9EA-C8CBFD2E8FA2}"/>
    </a:ext>
  </a:extLst>
</a:theme>
</file>

<file path=ppt/theme/theme2.xml><?xml version="1.0" encoding="utf-8"?>
<a:theme xmlns:a="http://schemas.openxmlformats.org/drawingml/2006/main" name="Title Blan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itel 2">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BD7862EB-E8D6-994B-BBF4-6CC3FFF92DD2}"/>
    </a:ext>
  </a:extLst>
</a:theme>
</file>

<file path=ppt/theme/theme4.xml><?xml version="1.0" encoding="utf-8"?>
<a:theme xmlns:a="http://schemas.openxmlformats.org/drawingml/2006/main" name="Titel 3">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16AD8073-F55B-9144-802C-46456E9E217B}"/>
    </a:ext>
  </a:extLst>
</a:theme>
</file>

<file path=ppt/theme/theme5.xml><?xml version="1.0" encoding="utf-8"?>
<a:theme xmlns:a="http://schemas.openxmlformats.org/drawingml/2006/main" name="Inhalt">
  <a:themeElements>
    <a:clrScheme name="TUM">
      <a:dk1>
        <a:sysClr val="windowText" lastClr="000000"/>
      </a:dk1>
      <a:lt1>
        <a:sysClr val="window" lastClr="FFFFFF"/>
      </a:lt1>
      <a:dk2>
        <a:srgbClr val="003359"/>
      </a:dk2>
      <a:lt2>
        <a:srgbClr val="0065BD"/>
      </a:lt2>
      <a:accent1>
        <a:srgbClr val="005293"/>
      </a:accent1>
      <a:accent2>
        <a:srgbClr val="64A0C8"/>
      </a:accent2>
      <a:accent3>
        <a:srgbClr val="98C6EA"/>
      </a:accent3>
      <a:accent4>
        <a:srgbClr val="A2AD00"/>
      </a:accent4>
      <a:accent5>
        <a:srgbClr val="E37222"/>
      </a:accent5>
      <a:accent6>
        <a:srgbClr val="DAD7CB"/>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741D405E-8307-9B40-9F97-3F5DAC837EF3}"/>
    </a:ext>
  </a:extLst>
</a:theme>
</file>

<file path=ppt/theme/theme6.xml><?xml version="1.0" encoding="utf-8"?>
<a:theme xmlns:a="http://schemas.openxmlformats.org/drawingml/2006/main" name="Kapiteltrenner blau">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4BFAB656-7532-6C41-9541-858AFF7D6765}"/>
    </a:ext>
  </a:extLst>
</a:theme>
</file>

<file path=ppt/theme/theme7.xml><?xml version="1.0" encoding="utf-8"?>
<a:theme xmlns:a="http://schemas.openxmlformats.org/drawingml/2006/main" name="Kapiteltrenner schwarz">
  <a:themeElements>
    <a:clrScheme name="TUM">
      <a:dk1>
        <a:sysClr val="windowText" lastClr="000000"/>
      </a:dk1>
      <a:lt1>
        <a:sysClr val="window" lastClr="FFFFFF"/>
      </a:lt1>
      <a:dk2>
        <a:srgbClr val="0065BD"/>
      </a:dk2>
      <a:lt2>
        <a:srgbClr val="EEECE1"/>
      </a:lt2>
      <a:accent1>
        <a:srgbClr val="005293"/>
      </a:accent1>
      <a:accent2>
        <a:srgbClr val="98C6EA"/>
      </a:accent2>
      <a:accent3>
        <a:srgbClr val="64A0C8"/>
      </a:accent3>
      <a:accent4>
        <a:srgbClr val="DAD7CB"/>
      </a:accent4>
      <a:accent5>
        <a:srgbClr val="A2AD00"/>
      </a:accent5>
      <a:accent6>
        <a:srgbClr val="E37222"/>
      </a:accent6>
      <a:hlink>
        <a:srgbClr val="0000FF"/>
      </a:hlink>
      <a:folHlink>
        <a:srgbClr val="800080"/>
      </a:folHlink>
    </a:clrScheme>
    <a:fontScheme name="TUM Arial">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nSpc>
            <a:spcPct val="114000"/>
          </a:lnSpc>
          <a:defRPr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nSpc>
            <a:spcPct val="114000"/>
          </a:lnSpc>
          <a:defRPr sz="1600" dirty="0" err="1" smtClean="0">
            <a:latin typeface="+mn-lt"/>
          </a:defRPr>
        </a:defPPr>
      </a:lstStyle>
    </a:txDef>
  </a:objectDefaults>
  <a:extraClrSchemeLst/>
  <a:extLst>
    <a:ext uri="{05A4C25C-085E-4340-85A3-A5531E510DB2}">
      <thm15:themeFamily xmlns:thm15="http://schemas.microsoft.com/office/thememl/2012/main" name="Präsentation22" id="{F266FCC4-7D6D-1F4C-B467-8A21D017BCEF}" vid="{A724F04A-1212-AA4C-B6F1-157BE88DDFD7}"/>
    </a:ext>
  </a:extLst>
</a:theme>
</file>

<file path=ppt/theme/theme8.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Larissa-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TUM_Praesentation_p_v1_16-9 (5)</Template>
  <TotalTime>264</TotalTime>
  <Words>582</Words>
  <Application>Microsoft Macintosh PowerPoint</Application>
  <PresentationFormat>On-screen Show (16:9)</PresentationFormat>
  <Paragraphs>29</Paragraphs>
  <Slides>7</Slides>
  <Notes>7</Notes>
  <HiddenSlides>0</HiddenSlides>
  <MMClips>0</MMClips>
  <ScaleCrop>false</ScaleCrop>
  <HeadingPairs>
    <vt:vector size="6" baseType="variant">
      <vt:variant>
        <vt:lpstr>Fonts Used</vt:lpstr>
      </vt:variant>
      <vt:variant>
        <vt:i4>5</vt:i4>
      </vt:variant>
      <vt:variant>
        <vt:lpstr>Theme</vt:lpstr>
      </vt:variant>
      <vt:variant>
        <vt:i4>7</vt:i4>
      </vt:variant>
      <vt:variant>
        <vt:lpstr>Slide Titles</vt:lpstr>
      </vt:variant>
      <vt:variant>
        <vt:i4>7</vt:i4>
      </vt:variant>
    </vt:vector>
  </HeadingPairs>
  <TitlesOfParts>
    <vt:vector size="19" baseType="lpstr">
      <vt:lpstr>Arial</vt:lpstr>
      <vt:lpstr>Calibri</vt:lpstr>
      <vt:lpstr>Courier New</vt:lpstr>
      <vt:lpstr>Symbol</vt:lpstr>
      <vt:lpstr>Wingdings</vt:lpstr>
      <vt:lpstr>Titel 1</vt:lpstr>
      <vt:lpstr>Title Blank</vt:lpstr>
      <vt:lpstr>Titel 2</vt:lpstr>
      <vt:lpstr>Titel 3</vt:lpstr>
      <vt:lpstr>Inhalt</vt:lpstr>
      <vt:lpstr>Kapiteltrenner blau</vt:lpstr>
      <vt:lpstr>Kapiteltrenner schwarz</vt:lpstr>
      <vt:lpstr>URTIC Cold Detection: mid-term result and plan</vt:lpstr>
      <vt:lpstr>What we used</vt:lpstr>
      <vt:lpstr>What went wrong</vt:lpstr>
      <vt:lpstr>The problem is the ranking, not the threshold</vt:lpstr>
      <vt:lpstr>Why our dev folds did not catch it</vt:lpstr>
      <vt:lpstr>What we change next</vt:lpstr>
      <vt:lpstr>References</vt:lpstr>
    </vt:vector>
  </TitlesOfParts>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Wei Tian</dc:creator>
  <cp:lastModifiedBy>Christoph Feldkircher</cp:lastModifiedBy>
  <cp:revision>11</cp:revision>
  <cp:lastPrinted>2015-07-30T14:04:45Z</cp:lastPrinted>
  <dcterms:created xsi:type="dcterms:W3CDTF">2020-10-03T23:03:33Z</dcterms:created>
  <dcterms:modified xsi:type="dcterms:W3CDTF">2026-06-15T23:45:11Z</dcterms:modified>
</cp:coreProperties>
</file>