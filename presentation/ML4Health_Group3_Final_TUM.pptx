
<file path=[Content_Types].xml><?xml version="1.0" encoding="utf-8"?>
<Types xmlns="http://schemas.openxmlformats.org/package/2006/content-types">
  <Default Extension="emf" ContentType="image/x-emf"/>
  <Default Extension="jpeg" ContentType="image/jpeg"/>
  <Default Extension="rels" ContentType="application/vnd.openxmlformats-package.relationships+xml"/>
  <Default Extension="wmf" ContentType="image/x-wmf"/>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3" r:id="rId1"/>
    <p:sldMasterId id="2147483722" r:id="rId2"/>
    <p:sldMasterId id="2147483668" r:id="rId3"/>
    <p:sldMasterId id="2147483674" r:id="rId4"/>
    <p:sldMasterId id="2147483648" r:id="rId5"/>
    <p:sldMasterId id="2147483684" r:id="rId6"/>
    <p:sldMasterId id="2147483697" r:id="rId7"/>
  </p:sldMasterIdLst>
  <p:notesMasterIdLst>
    <p:notesMasterId r:id="rId35"/>
  </p:notesMasterIdLst>
  <p:handoutMasterIdLst>
    <p:handoutMasterId r:id="rId36"/>
  </p:handoutMasterIdLst>
  <p:sldIdLst>
    <p:sldId id="256" r:id="rId15"/>
    <p:sldId id="257" r:id="rId16"/>
    <p:sldId id="258" r:id="rId17"/>
    <p:sldId id="259" r:id="rId18"/>
    <p:sldId id="260" r:id="rId19"/>
    <p:sldId id="261" r:id="rId20"/>
    <p:sldId id="262" r:id="rId21"/>
    <p:sldId id="263" r:id="rId22"/>
    <p:sldId id="264" r:id="rId23"/>
    <p:sldId id="265" r:id="rId24"/>
  </p:sldIdLst>
  <p:sldSz cx="9144000" cy="5143500" type="screen16x9"/>
  <p:notesSz cx="9925050" cy="6665913"/>
  <p:defaultTextStyle>
    <a:defPPr>
      <a:defRPr lang="de-DE"/>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orient="horz" pos="2164" userDrawn="1">
          <p15:clr>
            <a:srgbClr val="A4A3A4"/>
          </p15:clr>
        </p15:guide>
        <p15:guide id="2" pos="2880">
          <p15:clr>
            <a:srgbClr val="A4A3A4"/>
          </p15:clr>
        </p15:guide>
        <p15:guide id="3" orient="horz" pos="1620">
          <p15:clr>
            <a:srgbClr val="A4A3A4"/>
          </p15:clr>
        </p15:guide>
      </p15:sldGuideLst>
    </p:ext>
    <p:ext uri="{2D200454-40CA-4A62-9FC3-DE9A4176ACB9}">
      <p15:notesGuideLst xmlns:p15="http://schemas.microsoft.com/office/powerpoint/2012/main">
        <p15:guide id="1" orient="horz" pos="2100">
          <p15:clr>
            <a:srgbClr val="A4A3A4"/>
          </p15:clr>
        </p15:guide>
        <p15:guide id="2" pos="3126">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99999"/>
    <a:srgbClr val="98C6EA"/>
    <a:srgbClr val="00529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5CF61DF-608A-4863-8EEB-B13EAF41BFD5}" v="328" dt="2020-10-04T01:50:20.975"/>
  </p1510:revLst>
</p1510:revInfo>
</file>

<file path=ppt/tableStyles.xml><?xml version="1.0" encoding="utf-8"?>
<a:tblStyleLst xmlns:a="http://schemas.openxmlformats.org/drawingml/2006/main" def="{2D5ABB26-0587-4C30-8999-92F81FD0307C}">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Keine Formatvorlage, kein Raster">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3296810-A885-4BE3-A3E7-6D5BEEA58F35}" styleName="Mittlere Formatvorlage 2 - Akz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84E427A-3D55-4303-BF80-6455036E1DE7}" styleName="Designformatvorlage 1 - Akz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E269D01E-BC32-4049-B463-5C60D7B0CCD2}" styleName="Designformatvorlage 2 - Akz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9D7B26C5-4107-4FEC-AEDC-1716B250A1EF}" styleName="Helle Formatvorlag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ED083AE6-46FA-4A59-8FB0-9F97EB10719F}" styleName="Helle Formatvorlage 3 - Akz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17292A2E-F333-43FB-9621-5CBBE7FDCDCB}" styleName="Helle Formatvorlage 2 - Akz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D27102A9-8310-4765-A935-A1911B00CA55}" styleName="Helle Formatvorlage 1 - Akz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8EC20E35-A176-4012-BC5E-935CFFF8708E}" styleName="Mittlere Formatvorlag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C4B1156A-380E-4F78-BDF5-A606A8083BF9}" styleName="Mittlere Formatvorlage 4 - Akz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74C1A8A3-306A-4EB7-A6B1-4F7E0EB9C5D6}" styleName="Mittlere Formatvorlage 3 - Akz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D7AC3CCA-C797-4891-BE02-D94E43425B78}" styleName="Mittlere Formatvorlag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5940675A-B579-460E-94D1-54222C63F5DA}" styleName="Keine Formatvorlage, Tabellenraster">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E9639D4-E3E2-4D34-9284-5A2195B3D0D7}" styleName="Helle Formatvorlag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939" autoAdjust="0"/>
    <p:restoredTop sz="88272" autoAdjust="0"/>
  </p:normalViewPr>
  <p:slideViewPr>
    <p:cSldViewPr snapToGrid="0">
      <p:cViewPr varScale="1">
        <p:scale>
          <a:sx n="58" d="100"/>
          <a:sy n="58" d="100"/>
        </p:scale>
        <p:origin x="62" y="62"/>
      </p:cViewPr>
      <p:guideLst>
        <p:guide orient="horz" pos="2164"/>
        <p:guide pos="2880"/>
        <p:guide orient="horz" pos="1620"/>
      </p:guideLst>
    </p:cSldViewPr>
  </p:slideViewPr>
  <p:outlineViewPr>
    <p:cViewPr>
      <p:scale>
        <a:sx n="33" d="100"/>
        <a:sy n="33" d="100"/>
      </p:scale>
      <p:origin x="0" y="0"/>
    </p:cViewPr>
  </p:outlineViewPr>
  <p:notesTextViewPr>
    <p:cViewPr>
      <p:scale>
        <a:sx n="125" d="100"/>
        <a:sy n="125" d="100"/>
      </p:scale>
      <p:origin x="0" y="0"/>
    </p:cViewPr>
  </p:notesTextViewPr>
  <p:sorterViewPr>
    <p:cViewPr>
      <p:scale>
        <a:sx n="100" d="100"/>
        <a:sy n="100" d="100"/>
      </p:scale>
      <p:origin x="0" y="0"/>
    </p:cViewPr>
  </p:sorterViewPr>
  <p:notesViewPr>
    <p:cSldViewPr snapToGrid="0">
      <p:cViewPr varScale="1">
        <p:scale>
          <a:sx n="131" d="100"/>
          <a:sy n="131" d="100"/>
        </p:scale>
        <p:origin x="-810" y="-96"/>
      </p:cViewPr>
      <p:guideLst>
        <p:guide orient="horz" pos="2100"/>
        <p:guide pos="3126"/>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Master" Target="slideMasters/slideMaster3.xml"/><Relationship Id="rId4" Type="http://schemas.openxmlformats.org/officeDocument/2006/relationships/slideMaster" Target="slideMasters/slideMaster4.xml"/><Relationship Id="rId5" Type="http://schemas.openxmlformats.org/officeDocument/2006/relationships/slideMaster" Target="slideMasters/slideMaster5.xml"/><Relationship Id="rId6" Type="http://schemas.openxmlformats.org/officeDocument/2006/relationships/slideMaster" Target="slideMasters/slideMaster6.xml"/><Relationship Id="rId7" Type="http://schemas.openxmlformats.org/officeDocument/2006/relationships/slideMaster" Target="slideMasters/slideMaster7.xml"/><Relationship Id="rId15" Type="http://schemas.openxmlformats.org/officeDocument/2006/relationships/slide" Target="slides/slide1.xml"/><Relationship Id="rId16" Type="http://schemas.openxmlformats.org/officeDocument/2006/relationships/slide" Target="slides/slide2.xml"/><Relationship Id="rId17" Type="http://schemas.openxmlformats.org/officeDocument/2006/relationships/slide" Target="slides/slide3.xml"/><Relationship Id="rId18" Type="http://schemas.openxmlformats.org/officeDocument/2006/relationships/slide" Target="slides/slide4.xml"/><Relationship Id="rId19" Type="http://schemas.openxmlformats.org/officeDocument/2006/relationships/slide" Target="slides/slide5.xml"/><Relationship Id="rId20" Type="http://schemas.openxmlformats.org/officeDocument/2006/relationships/slide" Target="slides/slide6.xml"/><Relationship Id="rId21" Type="http://schemas.openxmlformats.org/officeDocument/2006/relationships/slide" Target="slides/slide7.xml"/><Relationship Id="rId22" Type="http://schemas.openxmlformats.org/officeDocument/2006/relationships/slide" Target="slides/slide8.xml"/><Relationship Id="rId23" Type="http://schemas.openxmlformats.org/officeDocument/2006/relationships/slide" Target="slides/slide9.xml"/><Relationship Id="rId24" Type="http://schemas.openxmlformats.org/officeDocument/2006/relationships/slide" Target="slides/slide10.xml"/><Relationship Id="rId35" Type="http://schemas.openxmlformats.org/officeDocument/2006/relationships/notesMaster" Target="notesMasters/notesMaster1.xml"/><Relationship Id="rId36" Type="http://schemas.openxmlformats.org/officeDocument/2006/relationships/handoutMaster" Target="handoutMasters/handoutMaster1.xml"/><Relationship Id="rId37" Type="http://schemas.openxmlformats.org/officeDocument/2006/relationships/presProps" Target="presProps.xml"/><Relationship Id="rId38" Type="http://schemas.openxmlformats.org/officeDocument/2006/relationships/viewProps" Target="viewProps.xml"/><Relationship Id="rId39" Type="http://schemas.openxmlformats.org/officeDocument/2006/relationships/theme" Target="theme/theme1.xml"/><Relationship Id="rId40" Type="http://schemas.openxmlformats.org/officeDocument/2006/relationships/tableStyles" Target="tableStyles.xml"/><Relationship Id="rId41" Type="http://schemas.microsoft.com/office/2015/10/relationships/revisionInfo" Target="revisionInfo.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UAR</c:v>
                </c:pt>
              </c:strCache>
            </c:strRef>
          </c:tx>
          <c:spPr>
            <a:solidFill>
              <a:srgbClr val="0065BD"/>
            </a:solidFill>
          </c:spPr>
          <c:dPt>
            <c:idx val="8"/>
            <c:spPr>
              <a:solidFill>
                <a:srgbClr val="E37222"/>
              </a:solidFill>
            </c:spPr>
          </c:dPt>
          <c:cat>
            <c:strRef>
              <c:f>Sheet1!$A$2:$A$10</c:f>
              <c:strCache>
                <c:ptCount val="9"/>
                <c:pt idx="0">
                  <c:v>Path signatures</c:v>
                </c:pt>
                <c:pt idx="1">
                  <c:v>HeAR (health)</c:v>
                </c:pt>
                <c:pt idx="2">
                  <c:v>eGeMAPS 88-d</c:v>
                </c:pt>
                <c:pt idx="3">
                  <c:v>Modulation</c:v>
                </c:pt>
                <c:pt idx="4">
                  <c:v>WavLM</c:v>
                </c:pt>
                <c:pt idx="5">
                  <c:v>ComParE 6373-d</c:v>
                </c:pt>
                <c:pt idx="6">
                  <c:v>HuBERT</c:v>
                </c:pt>
                <c:pt idx="7">
                  <c:v>CQT</c:v>
                </c:pt>
                <c:pt idx="8">
                  <c:v>G4  (7-d)</c:v>
                </c:pt>
              </c:strCache>
            </c:strRef>
          </c:cat>
          <c:val>
            <c:numRef>
              <c:f>Sheet1!$B$2:$B$10</c:f>
              <c:numCache>
                <c:formatCode>General</c:formatCode>
                <c:ptCount val="9"/>
                <c:pt idx="0">
                  <c:v>0.51</c:v>
                </c:pt>
                <c:pt idx="1">
                  <c:v>0.53</c:v>
                </c:pt>
                <c:pt idx="2">
                  <c:v>0.54</c:v>
                </c:pt>
                <c:pt idx="3">
                  <c:v>0.54</c:v>
                </c:pt>
                <c:pt idx="4">
                  <c:v>0.55</c:v>
                </c:pt>
                <c:pt idx="5">
                  <c:v>0.55</c:v>
                </c:pt>
                <c:pt idx="6">
                  <c:v>0.56</c:v>
                </c:pt>
                <c:pt idx="7">
                  <c:v>0.58</c:v>
                </c:pt>
                <c:pt idx="8">
                  <c:v>0.59</c:v>
                </c:pt>
              </c:numCache>
            </c:numRef>
          </c:val>
        </c:ser>
        <c:dLbls>
          <c:numFmt formatCode="0.00" sourceLinked="0"/>
          <c:txPr>
            <a:bodyPr/>
            <a:lstStyle/>
            <a:p>
              <a:pPr>
                <a:defRPr sz="750">
                  <a:solidFill>
                    <a:srgbClr val="595959"/>
                  </a:solidFill>
                  <a:latin typeface="Arial"/>
                </a:defRPr>
              </a:pPr>
            </a:p>
          </c:txPr>
          <c:dLblPos val="outEnd"/>
          <c:showLegendKey val="0"/>
          <c:showVal val="1"/>
          <c:showCatName val="0"/>
          <c:showSerName val="0"/>
          <c:showPercent val="0"/>
          <c:showBubbleSize val="0"/>
          <c:showLeaderLines val="1"/>
        </c:dLbls>
        <c:gapWidth val="45"/>
        <c:axId val="-2068027336"/>
        <c:axId val="-2113994440"/>
      </c:barChart>
      <c:catAx>
        <c:axId val="-2068027336"/>
        <c:scaling>
          <c:orientation val="minMax"/>
        </c:scaling>
        <c:delete val="0"/>
        <c:axPos val="l"/>
        <c:majorTickMark val="none"/>
        <c:minorTickMark val="none"/>
        <c:tickLblPos val="nextTo"/>
        <c:spPr>
          <a:ln>
            <a:solidFill>
              <a:srgbClr val="D0D6DC"/>
            </a:solidFill>
          </a:ln>
        </c:spPr>
        <c:txPr>
          <a:bodyPr/>
          <a:lstStyle/>
          <a:p>
            <a:pPr>
              <a:defRPr sz="800">
                <a:solidFill>
                  <a:srgbClr val="595959"/>
                </a:solidFill>
                <a:latin typeface="Arial"/>
              </a:defRPr>
            </a:pPr>
          </a:p>
        </c:txPr>
        <c:crossAx val="-2113994440"/>
        <c:crosses val="autoZero"/>
        <c:auto val="1"/>
        <c:lblAlgn val="ctr"/>
        <c:lblOffset val="100"/>
        <c:noMultiLvlLbl val="0"/>
      </c:catAx>
      <c:valAx>
        <c:axId val="-2113994440"/>
        <c:scaling>
          <c:max val="0.63"/>
          <c:min val="0.45"/>
        </c:scaling>
        <c:delete val="0"/>
        <c:axPos val="b"/>
        <c:majorGridlines>
          <c:spPr>
            <a:ln w="9525">
              <a:solidFill>
                <a:srgbClr val="ECF0F4"/>
              </a:solidFill>
            </a:ln>
          </c:spPr>
        </c:majorGridlines>
        <c:numFmt formatCode="0.00" sourceLinked="0"/>
        <c:majorTickMark val="none"/>
        <c:minorTickMark val="none"/>
        <c:tickLblPos val="nextTo"/>
        <c:spPr>
          <a:ln>
            <a:noFill/>
          </a:ln>
        </c:spPr>
        <c:txPr>
          <a:bodyPr/>
          <a:lstStyle/>
          <a:p>
            <a:pPr>
              <a:defRPr sz="750">
                <a:solidFill>
                  <a:srgbClr val="8C8C8C"/>
                </a:solidFill>
                <a:latin typeface="Arial"/>
              </a:defRPr>
            </a:pPr>
          </a:p>
        </c:txPr>
        <c:crossAx val="-2068027336"/>
        <c:crosses val="autoZero"/>
      </c:valAx>
    </c:plotArea>
    <c:dispBlanksAs val="gap"/>
  </c:chart>
  <c:txPr>
    <a:bodyPr/>
    <a:lstStyle/>
    <a:p>
      <a:pPr>
        <a:defRPr sz="800">
          <a:latin typeface="Arial"/>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Test UAR</c:v>
                </c:pt>
              </c:strCache>
            </c:strRef>
          </c:tx>
          <c:spPr>
            <a:solidFill>
              <a:srgbClr val="0065BD"/>
            </a:solidFill>
          </c:spPr>
          <c:dPt>
            <c:idx val="5"/>
            <c:spPr>
              <a:solidFill>
                <a:srgbClr val="DAD7CB"/>
              </a:solidFill>
            </c:spPr>
          </c:dPt>
          <c:cat>
            <c:strRef>
              <c:f>Sheet1!$A$2:$A$7</c:f>
              <c:strCache>
                <c:ptCount val="6"/>
                <c:pt idx="0">
                  <c:v>Sub 1</c:v>
                </c:pt>
                <c:pt idx="1">
                  <c:v>Sub 2</c:v>
                </c:pt>
                <c:pt idx="2">
                  <c:v>Sub 3</c:v>
                </c:pt>
                <c:pt idx="3">
                  <c:v>Sub 4</c:v>
                </c:pt>
                <c:pt idx="4">
                  <c:v>Sub 5</c:v>
                </c:pt>
                <c:pt idx="5">
                  <c:v>2017
baseline</c:v>
                </c:pt>
              </c:strCache>
            </c:strRef>
          </c:cat>
          <c:val>
            <c:numRef>
              <c:f>Sheet1!$B$2:$B$7</c:f>
              <c:numCache>
                <c:formatCode>General</c:formatCode>
                <c:ptCount val="6"/>
                <c:pt idx="0">
                  <c:v>0.628</c:v>
                </c:pt>
                <c:pt idx="1">
                  <c:v>0.622</c:v>
                </c:pt>
                <c:pt idx="2">
                  <c:v>0.6582</c:v>
                </c:pt>
                <c:pt idx="3">
                  <c:v>0.6563</c:v>
                </c:pt>
                <c:pt idx="4">
                  <c:v>0.6567</c:v>
                </c:pt>
                <c:pt idx="5">
                  <c:v>0.71</c:v>
                </c:pt>
              </c:numCache>
            </c:numRef>
          </c:val>
        </c:ser>
        <c:dLbls>
          <c:numFmt formatCode="0.000" sourceLinked="0"/>
          <c:txPr>
            <a:bodyPr/>
            <a:lstStyle/>
            <a:p>
              <a:pPr>
                <a:defRPr sz="750">
                  <a:solidFill>
                    <a:srgbClr val="000000"/>
                  </a:solidFill>
                  <a:latin typeface="Arial"/>
                </a:defRPr>
              </a:pPr>
            </a:p>
          </c:txPr>
          <c:dLblPos val="outEnd"/>
          <c:showLegendKey val="0"/>
          <c:showVal val="1"/>
          <c:showCatName val="0"/>
          <c:showSerName val="0"/>
          <c:showPercent val="0"/>
          <c:showBubbleSize val="0"/>
          <c:showLeaderLines val="1"/>
        </c:dLbls>
        <c:gapWidth val="55"/>
        <c:axId val="-2068027336"/>
        <c:axId val="-2113994440"/>
      </c:barChart>
      <c:catAx>
        <c:axId val="-2068027336"/>
        <c:scaling>
          <c:orientation val="minMax"/>
        </c:scaling>
        <c:delete val="0"/>
        <c:axPos val="b"/>
        <c:majorTickMark val="none"/>
        <c:minorTickMark val="none"/>
        <c:tickLblPos val="nextTo"/>
        <c:spPr>
          <a:ln>
            <a:solidFill>
              <a:srgbClr val="D0D6DC"/>
            </a:solidFill>
          </a:ln>
        </c:spPr>
        <c:txPr>
          <a:bodyPr/>
          <a:lstStyle/>
          <a:p>
            <a:pPr>
              <a:defRPr sz="800">
                <a:solidFill>
                  <a:srgbClr val="595959"/>
                </a:solidFill>
                <a:latin typeface="Arial"/>
              </a:defRPr>
            </a:pPr>
          </a:p>
        </c:txPr>
        <c:crossAx val="-2113994440"/>
        <c:crosses val="autoZero"/>
        <c:auto val="1"/>
        <c:lblAlgn val="ctr"/>
        <c:lblOffset val="100"/>
        <c:noMultiLvlLbl val="0"/>
      </c:catAx>
      <c:valAx>
        <c:axId val="-2113994440"/>
        <c:scaling>
          <c:max val="0.75"/>
          <c:min val="0.55"/>
        </c:scaling>
        <c:delete val="0"/>
        <c:axPos val="l"/>
        <c:majorGridlines>
          <c:spPr>
            <a:ln w="9525">
              <a:solidFill>
                <a:srgbClr val="ECF0F4"/>
              </a:solidFill>
            </a:ln>
          </c:spPr>
        </c:majorGridlines>
        <c:numFmt formatCode="0.00" sourceLinked="0"/>
        <c:majorTickMark val="none"/>
        <c:minorTickMark val="none"/>
        <c:tickLblPos val="nextTo"/>
        <c:spPr>
          <a:ln>
            <a:noFill/>
          </a:ln>
        </c:spPr>
        <c:txPr>
          <a:bodyPr/>
          <a:lstStyle/>
          <a:p>
            <a:pPr>
              <a:defRPr sz="750">
                <a:solidFill>
                  <a:srgbClr val="8C8C8C"/>
                </a:solidFill>
                <a:latin typeface="Arial"/>
              </a:defRPr>
            </a:pPr>
          </a:p>
        </c:txPr>
        <c:crossAx val="-2068027336"/>
        <c:crosses val="autoZero"/>
      </c:valAx>
    </c:plotArea>
    <c:dispBlanksAs val="gap"/>
  </c:chart>
  <c:txPr>
    <a:bodyPr/>
    <a:lstStyle/>
    <a:p>
      <a:pPr>
        <a:defRPr sz="800">
          <a:latin typeface="Arial"/>
        </a:defRPr>
      </a:pPr>
      <a:endParaRPr lang="en-US"/>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9.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2" y="0"/>
            <a:ext cx="4300855" cy="333296"/>
          </a:xfrm>
          <a:prstGeom prst="rect">
            <a:avLst/>
          </a:prstGeom>
        </p:spPr>
        <p:txBody>
          <a:bodyPr vert="horz" lIns="90708" tIns="45354" rIns="90708" bIns="45354" rtlCol="0"/>
          <a:lstStyle>
            <a:lvl1pPr algn="l" fontAlgn="auto">
              <a:spcBef>
                <a:spcPts val="0"/>
              </a:spcBef>
              <a:spcAft>
                <a:spcPts val="0"/>
              </a:spcAft>
              <a:defRPr sz="1200">
                <a:latin typeface="Arial" pitchFamily="34" charset="0"/>
                <a:cs typeface="Arial" pitchFamily="34" charset="0"/>
              </a:defRPr>
            </a:lvl1pPr>
          </a:lstStyle>
          <a:p>
            <a:pPr>
              <a:defRPr/>
            </a:pPr>
            <a:endParaRPr lang="en-GB" dirty="0"/>
          </a:p>
        </p:txBody>
      </p:sp>
      <p:sp>
        <p:nvSpPr>
          <p:cNvPr id="3" name="Datumsplatzhalter 2"/>
          <p:cNvSpPr>
            <a:spLocks noGrp="1"/>
          </p:cNvSpPr>
          <p:nvPr>
            <p:ph type="dt" sz="quarter" idx="1"/>
          </p:nvPr>
        </p:nvSpPr>
        <p:spPr>
          <a:xfrm>
            <a:off x="5621901" y="0"/>
            <a:ext cx="4300855" cy="333296"/>
          </a:xfrm>
          <a:prstGeom prst="rect">
            <a:avLst/>
          </a:prstGeom>
        </p:spPr>
        <p:txBody>
          <a:bodyPr vert="horz" lIns="90708" tIns="45354" rIns="90708" bIns="45354" rtlCol="0"/>
          <a:lstStyle>
            <a:lvl1pPr algn="r" fontAlgn="auto">
              <a:spcBef>
                <a:spcPts val="0"/>
              </a:spcBef>
              <a:spcAft>
                <a:spcPts val="0"/>
              </a:spcAft>
              <a:defRPr sz="1200">
                <a:latin typeface="Arial" pitchFamily="34" charset="0"/>
                <a:cs typeface="Arial" pitchFamily="34" charset="0"/>
              </a:defRPr>
            </a:lvl1pPr>
          </a:lstStyle>
          <a:p>
            <a:pPr>
              <a:defRPr/>
            </a:pPr>
            <a:fld id="{20751376-2EB8-4403-B858-305A8AAA6B01}" type="datetimeFigureOut">
              <a:rPr lang="en-GB"/>
              <a:pPr>
                <a:defRPr/>
              </a:pPr>
              <a:t>26/10/2022</a:t>
            </a:fld>
            <a:endParaRPr lang="en-GB" dirty="0"/>
          </a:p>
        </p:txBody>
      </p:sp>
      <p:sp>
        <p:nvSpPr>
          <p:cNvPr id="4" name="Fußzeilenplatzhalter 3"/>
          <p:cNvSpPr>
            <a:spLocks noGrp="1"/>
          </p:cNvSpPr>
          <p:nvPr>
            <p:ph type="ftr" sz="quarter" idx="2"/>
          </p:nvPr>
        </p:nvSpPr>
        <p:spPr>
          <a:xfrm>
            <a:off x="2" y="6331460"/>
            <a:ext cx="4300855" cy="333296"/>
          </a:xfrm>
          <a:prstGeom prst="rect">
            <a:avLst/>
          </a:prstGeom>
        </p:spPr>
        <p:txBody>
          <a:bodyPr vert="horz" lIns="90708" tIns="45354" rIns="90708" bIns="45354" rtlCol="0" anchor="b"/>
          <a:lstStyle>
            <a:lvl1pPr algn="l" fontAlgn="auto">
              <a:spcBef>
                <a:spcPts val="0"/>
              </a:spcBef>
              <a:spcAft>
                <a:spcPts val="0"/>
              </a:spcAft>
              <a:defRPr sz="1200">
                <a:latin typeface="Arial" pitchFamily="34" charset="0"/>
                <a:cs typeface="Arial" pitchFamily="34" charset="0"/>
              </a:defRPr>
            </a:lvl1pPr>
          </a:lstStyle>
          <a:p>
            <a:pPr>
              <a:defRPr/>
            </a:pPr>
            <a:endParaRPr lang="en-GB"/>
          </a:p>
        </p:txBody>
      </p:sp>
      <p:sp>
        <p:nvSpPr>
          <p:cNvPr id="5" name="Foliennummernplatzhalter 4"/>
          <p:cNvSpPr>
            <a:spLocks noGrp="1"/>
          </p:cNvSpPr>
          <p:nvPr>
            <p:ph type="sldNum" sz="quarter" idx="3"/>
          </p:nvPr>
        </p:nvSpPr>
        <p:spPr>
          <a:xfrm>
            <a:off x="5621901" y="6331460"/>
            <a:ext cx="4300855" cy="333296"/>
          </a:xfrm>
          <a:prstGeom prst="rect">
            <a:avLst/>
          </a:prstGeom>
        </p:spPr>
        <p:txBody>
          <a:bodyPr vert="horz" lIns="90708" tIns="45354" rIns="90708" bIns="45354" rtlCol="0" anchor="b"/>
          <a:lstStyle>
            <a:lvl1pPr algn="r" fontAlgn="auto">
              <a:spcBef>
                <a:spcPts val="0"/>
              </a:spcBef>
              <a:spcAft>
                <a:spcPts val="0"/>
              </a:spcAft>
              <a:defRPr sz="1200">
                <a:latin typeface="Arial" pitchFamily="34" charset="0"/>
                <a:cs typeface="Arial" pitchFamily="34" charset="0"/>
              </a:defRPr>
            </a:lvl1pPr>
          </a:lstStyle>
          <a:p>
            <a:pPr>
              <a:defRPr/>
            </a:pPr>
            <a:fld id="{62C15F7A-46C6-4AD2-BFEC-842DCCCC19C4}" type="slidenum">
              <a:rPr lang="en-GB"/>
              <a:pPr>
                <a:defRPr/>
              </a:pPr>
              <a:t>‹#›</a:t>
            </a:fld>
            <a:endParaRPr lang="en-GB"/>
          </a:p>
        </p:txBody>
      </p:sp>
    </p:spTree>
    <p:extLst>
      <p:ext uri="{BB962C8B-B14F-4D97-AF65-F5344CB8AC3E}">
        <p14:creationId xmlns:p14="http://schemas.microsoft.com/office/powerpoint/2010/main" val="282909573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2" y="0"/>
            <a:ext cx="4300855" cy="333296"/>
          </a:xfrm>
          <a:prstGeom prst="rect">
            <a:avLst/>
          </a:prstGeom>
        </p:spPr>
        <p:txBody>
          <a:bodyPr vert="horz" lIns="90708" tIns="45354" rIns="90708" bIns="45354" rtlCol="0"/>
          <a:lstStyle>
            <a:lvl1pPr algn="l" fontAlgn="auto">
              <a:spcBef>
                <a:spcPts val="0"/>
              </a:spcBef>
              <a:spcAft>
                <a:spcPts val="0"/>
              </a:spcAft>
              <a:defRPr sz="1200">
                <a:latin typeface="Arial" pitchFamily="34" charset="0"/>
                <a:cs typeface="Arial" pitchFamily="34" charset="0"/>
              </a:defRPr>
            </a:lvl1pPr>
          </a:lstStyle>
          <a:p>
            <a:pPr>
              <a:defRPr/>
            </a:pPr>
            <a:endParaRPr lang="en-GB"/>
          </a:p>
        </p:txBody>
      </p:sp>
      <p:sp>
        <p:nvSpPr>
          <p:cNvPr id="3" name="Datumsplatzhalter 2"/>
          <p:cNvSpPr>
            <a:spLocks noGrp="1"/>
          </p:cNvSpPr>
          <p:nvPr>
            <p:ph type="dt" idx="1"/>
          </p:nvPr>
        </p:nvSpPr>
        <p:spPr>
          <a:xfrm>
            <a:off x="5621901" y="0"/>
            <a:ext cx="4300855" cy="333296"/>
          </a:xfrm>
          <a:prstGeom prst="rect">
            <a:avLst/>
          </a:prstGeom>
        </p:spPr>
        <p:txBody>
          <a:bodyPr vert="horz" lIns="90708" tIns="45354" rIns="90708" bIns="45354" rtlCol="0"/>
          <a:lstStyle>
            <a:lvl1pPr algn="r" fontAlgn="auto">
              <a:spcBef>
                <a:spcPts val="0"/>
              </a:spcBef>
              <a:spcAft>
                <a:spcPts val="0"/>
              </a:spcAft>
              <a:defRPr sz="1200">
                <a:latin typeface="+mn-lt"/>
                <a:cs typeface="+mn-cs"/>
              </a:defRPr>
            </a:lvl1pPr>
          </a:lstStyle>
          <a:p>
            <a:pPr>
              <a:defRPr/>
            </a:pPr>
            <a:fld id="{89C46BC9-2C9E-4670-A85A-6A588BA2D405}" type="datetimeFigureOut">
              <a:rPr lang="en-GB"/>
              <a:pPr>
                <a:defRPr/>
              </a:pPr>
              <a:t>26/10/2022</a:t>
            </a:fld>
            <a:endParaRPr lang="en-GB"/>
          </a:p>
        </p:txBody>
      </p:sp>
      <p:sp>
        <p:nvSpPr>
          <p:cNvPr id="4" name="Folienbildplatzhalter 3"/>
          <p:cNvSpPr>
            <a:spLocks noGrp="1" noRot="1" noChangeAspect="1"/>
          </p:cNvSpPr>
          <p:nvPr>
            <p:ph type="sldImg" idx="2"/>
          </p:nvPr>
        </p:nvSpPr>
        <p:spPr>
          <a:xfrm>
            <a:off x="2740025" y="500063"/>
            <a:ext cx="4445000" cy="2500312"/>
          </a:xfrm>
          <a:prstGeom prst="rect">
            <a:avLst/>
          </a:prstGeom>
          <a:noFill/>
          <a:ln w="12700">
            <a:solidFill>
              <a:prstClr val="black"/>
            </a:solidFill>
          </a:ln>
        </p:spPr>
        <p:txBody>
          <a:bodyPr vert="horz" lIns="90708" tIns="45354" rIns="90708" bIns="45354" rtlCol="0" anchor="ctr"/>
          <a:lstStyle/>
          <a:p>
            <a:pPr lvl="0"/>
            <a:endParaRPr lang="en-GB" noProof="0"/>
          </a:p>
        </p:txBody>
      </p:sp>
      <p:sp>
        <p:nvSpPr>
          <p:cNvPr id="5" name="Notizenplatzhalter 4"/>
          <p:cNvSpPr>
            <a:spLocks noGrp="1"/>
          </p:cNvSpPr>
          <p:nvPr>
            <p:ph type="body" sz="quarter" idx="3"/>
          </p:nvPr>
        </p:nvSpPr>
        <p:spPr>
          <a:xfrm>
            <a:off x="992506" y="3166309"/>
            <a:ext cx="7940040" cy="2999661"/>
          </a:xfrm>
          <a:prstGeom prst="rect">
            <a:avLst/>
          </a:prstGeom>
        </p:spPr>
        <p:txBody>
          <a:bodyPr vert="horz" wrap="square" lIns="90708" tIns="45354" rIns="90708" bIns="45354" numCol="1" anchor="t" anchorCtr="0" compatLnSpc="1">
            <a:prstTxWarp prst="textNoShape">
              <a:avLst/>
            </a:prstTxWarp>
            <a:normAutofit/>
          </a:bodyPr>
          <a:lstStyle/>
          <a:p>
            <a:pPr lvl="0"/>
            <a:r>
              <a:rPr lang="de-DE" dirty="0"/>
              <a:t>Textmasterformate durch Klicken bearbeiten</a:t>
            </a:r>
          </a:p>
          <a:p>
            <a:pPr lvl="1"/>
            <a:r>
              <a:rPr lang="de-DE" dirty="0"/>
              <a:t>Zweite Ebene</a:t>
            </a:r>
          </a:p>
          <a:p>
            <a:pPr lvl="2"/>
            <a:r>
              <a:rPr lang="de-DE" dirty="0"/>
              <a:t>Dritte Ebene</a:t>
            </a:r>
          </a:p>
          <a:p>
            <a:pPr lvl="3"/>
            <a:r>
              <a:rPr lang="de-DE" dirty="0"/>
              <a:t>Vierte Ebene</a:t>
            </a:r>
          </a:p>
          <a:p>
            <a:pPr lvl="4"/>
            <a:r>
              <a:rPr lang="de-DE" dirty="0"/>
              <a:t>Fünfte Ebene</a:t>
            </a:r>
            <a:endParaRPr lang="en-GB" dirty="0"/>
          </a:p>
        </p:txBody>
      </p:sp>
      <p:sp>
        <p:nvSpPr>
          <p:cNvPr id="6" name="Fußzeilenplatzhalter 5"/>
          <p:cNvSpPr>
            <a:spLocks noGrp="1"/>
          </p:cNvSpPr>
          <p:nvPr>
            <p:ph type="ftr" sz="quarter" idx="4"/>
          </p:nvPr>
        </p:nvSpPr>
        <p:spPr>
          <a:xfrm>
            <a:off x="2" y="6331460"/>
            <a:ext cx="4300855" cy="333296"/>
          </a:xfrm>
          <a:prstGeom prst="rect">
            <a:avLst/>
          </a:prstGeom>
        </p:spPr>
        <p:txBody>
          <a:bodyPr vert="horz" lIns="90708" tIns="45354" rIns="90708" bIns="45354" rtlCol="0" anchor="b"/>
          <a:lstStyle>
            <a:lvl1pPr algn="l" fontAlgn="auto">
              <a:spcBef>
                <a:spcPts val="0"/>
              </a:spcBef>
              <a:spcAft>
                <a:spcPts val="0"/>
              </a:spcAft>
              <a:defRPr sz="1200">
                <a:latin typeface="Arial" pitchFamily="34" charset="0"/>
                <a:cs typeface="Arial" pitchFamily="34" charset="0"/>
              </a:defRPr>
            </a:lvl1pPr>
          </a:lstStyle>
          <a:p>
            <a:pPr>
              <a:defRPr/>
            </a:pPr>
            <a:endParaRPr lang="en-GB"/>
          </a:p>
        </p:txBody>
      </p:sp>
      <p:sp>
        <p:nvSpPr>
          <p:cNvPr id="7" name="Foliennummernplatzhalter 6"/>
          <p:cNvSpPr>
            <a:spLocks noGrp="1"/>
          </p:cNvSpPr>
          <p:nvPr>
            <p:ph type="sldNum" sz="quarter" idx="5"/>
          </p:nvPr>
        </p:nvSpPr>
        <p:spPr>
          <a:xfrm>
            <a:off x="5621901" y="6331460"/>
            <a:ext cx="4300855" cy="333296"/>
          </a:xfrm>
          <a:prstGeom prst="rect">
            <a:avLst/>
          </a:prstGeom>
        </p:spPr>
        <p:txBody>
          <a:bodyPr vert="horz" lIns="90708" tIns="45354" rIns="90708" bIns="45354" rtlCol="0" anchor="b"/>
          <a:lstStyle>
            <a:lvl1pPr algn="r" fontAlgn="auto">
              <a:spcBef>
                <a:spcPts val="0"/>
              </a:spcBef>
              <a:spcAft>
                <a:spcPts val="0"/>
              </a:spcAft>
              <a:defRPr sz="1200">
                <a:latin typeface="+mn-lt"/>
                <a:cs typeface="+mn-cs"/>
              </a:defRPr>
            </a:lvl1pPr>
          </a:lstStyle>
          <a:p>
            <a:pPr>
              <a:defRPr/>
            </a:pPr>
            <a:fld id="{00AFC6D0-44D5-4EB7-828F-6F464F83D79A}" type="slidenum">
              <a:rPr lang="en-GB"/>
              <a:pPr>
                <a:defRPr/>
              </a:pPr>
              <a:t>‹#›</a:t>
            </a:fld>
            <a:endParaRPr lang="en-GB"/>
          </a:p>
        </p:txBody>
      </p:sp>
    </p:spTree>
    <p:extLst>
      <p:ext uri="{BB962C8B-B14F-4D97-AF65-F5344CB8AC3E}">
        <p14:creationId xmlns:p14="http://schemas.microsoft.com/office/powerpoint/2010/main" val="2297997308"/>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pitchFamily="34" charset="0"/>
        <a:ea typeface="+mn-ea"/>
        <a:cs typeface="Arial" pitchFamily="34" charset="0"/>
      </a:defRPr>
    </a:lvl1pPr>
    <a:lvl2pPr marL="182563" indent="-182563" algn="l" rtl="0" fontAlgn="base">
      <a:spcBef>
        <a:spcPct val="30000"/>
      </a:spcBef>
      <a:spcAft>
        <a:spcPct val="0"/>
      </a:spcAft>
      <a:buFont typeface="Arial" charset="0"/>
      <a:buChar char="•"/>
      <a:defRPr sz="1200" kern="1200">
        <a:solidFill>
          <a:schemeClr val="tx1"/>
        </a:solidFill>
        <a:latin typeface="+mn-lt"/>
        <a:ea typeface="+mn-ea"/>
        <a:cs typeface="Arial" charset="0"/>
      </a:defRPr>
    </a:lvl2pPr>
    <a:lvl3pPr marL="355600" indent="-173038" algn="l" rtl="0" fontAlgn="base">
      <a:spcBef>
        <a:spcPct val="30000"/>
      </a:spcBef>
      <a:spcAft>
        <a:spcPct val="0"/>
      </a:spcAft>
      <a:buFont typeface="Symbol" pitchFamily="18" charset="2"/>
      <a:buChar char="-"/>
      <a:defRPr sz="1200" kern="1200">
        <a:solidFill>
          <a:schemeClr val="tx1"/>
        </a:solidFill>
        <a:latin typeface="+mn-lt"/>
        <a:ea typeface="+mn-ea"/>
        <a:cs typeface="Arial" charset="0"/>
      </a:defRPr>
    </a:lvl3pPr>
    <a:lvl4pPr marL="538163" indent="-182563" algn="l" rtl="0" fontAlgn="base">
      <a:spcBef>
        <a:spcPct val="30000"/>
      </a:spcBef>
      <a:spcAft>
        <a:spcPct val="0"/>
      </a:spcAft>
      <a:buFont typeface="Courier New" pitchFamily="49" charset="0"/>
      <a:buChar char="o"/>
      <a:defRPr sz="1200" kern="1200">
        <a:solidFill>
          <a:schemeClr val="tx1"/>
        </a:solidFill>
        <a:latin typeface="+mn-lt"/>
        <a:ea typeface="+mn-ea"/>
        <a:cs typeface="Arial" charset="0"/>
      </a:defRPr>
    </a:lvl4pPr>
    <a:lvl5pPr marL="720725" indent="-182563" algn="l" rtl="0" fontAlgn="base">
      <a:spcBef>
        <a:spcPct val="30000"/>
      </a:spcBef>
      <a:spcAft>
        <a:spcPct val="0"/>
      </a:spcAft>
      <a:buFont typeface="Wingdings" pitchFamily="2" charset="2"/>
      <a:buChar char="§"/>
      <a:defRPr sz="1200" kern="1200">
        <a:solidFill>
          <a:schemeClr val="tx1"/>
        </a:solidFill>
        <a:latin typeface="+mn-lt"/>
        <a:ea typeface="+mn-ea"/>
        <a:cs typeface="Arial"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 the question: our midterm numbers did not transfer. What follows is one investigation in four steps, not three separate projects.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Anchor the audience on 37 subjects and on cross-sectionality. Everything later follows from these two facts.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shared starting point. The gap was not bad luck, it was a measurement problem, and it applied to all three pipelines.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four findings compound. None of them is a single bug; together they moved the number by about 0.08.</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Identity recoverability: ComParE-6373 = 87.5 percent, CQT = 71 to 94 percent, G4 = 13 percent. The low-identity feature is the one that holds up.</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Submissions 1 and 2 are the same system under two threshold policies. Equal weights because a learned weight overfits on 37 subjects and reverses the verdict.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Submission 3, the strongest UAR of the five. The time channel makes the representation sensitive to speaking rate, not only to the route the vocal tract takes.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Submissions 4 and 5. Both landed within 0.01 of their development estimate and one improved, which is the strongest transfer evidence in the talk.</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Lead with the best number, then show that four others sit within 0.036 of it. That spread is the finding.</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on the last point: the way forward on this task is more subjects, not more features.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jpe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Start">
    <p:spTree>
      <p:nvGrpSpPr>
        <p:cNvPr id="1" name=""/>
        <p:cNvGrpSpPr/>
        <p:nvPr/>
      </p:nvGrpSpPr>
      <p:grpSpPr>
        <a:xfrm>
          <a:off x="0" y="0"/>
          <a:ext cx="0" cy="0"/>
          <a:chOff x="0" y="0"/>
          <a:chExt cx="0" cy="0"/>
        </a:xfrm>
      </p:grpSpPr>
      <p:sp>
        <p:nvSpPr>
          <p:cNvPr id="12" name="Titel 1"/>
          <p:cNvSpPr>
            <a:spLocks noGrp="1"/>
          </p:cNvSpPr>
          <p:nvPr>
            <p:ph type="title" hasCustomPrompt="1"/>
          </p:nvPr>
        </p:nvSpPr>
        <p:spPr>
          <a:xfrm>
            <a:off x="319090" y="972000"/>
            <a:ext cx="8508999" cy="383381"/>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ts val="3200"/>
              </a:lnSpc>
              <a:defRPr lang="de-DE" sz="2500" noProof="0" dirty="0">
                <a:solidFill>
                  <a:schemeClr val="tx1"/>
                </a:solidFill>
              </a:defRPr>
            </a:lvl1pPr>
          </a:lstStyle>
          <a:p>
            <a:pPr lvl="0"/>
            <a:r>
              <a:rPr lang="de-DE" noProof="0" dirty="0"/>
              <a:t>Titel der Präsentation durch Klicken bearbeiten</a:t>
            </a:r>
          </a:p>
        </p:txBody>
      </p:sp>
      <p:sp>
        <p:nvSpPr>
          <p:cNvPr id="16" name="Inhaltsplatzhalter 2"/>
          <p:cNvSpPr>
            <a:spLocks noGrp="1"/>
          </p:cNvSpPr>
          <p:nvPr>
            <p:ph idx="10" hasCustomPrompt="1"/>
          </p:nvPr>
        </p:nvSpPr>
        <p:spPr>
          <a:xfrm>
            <a:off x="319088" y="1484040"/>
            <a:ext cx="8508999" cy="955594"/>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50000"/>
              </a:lnSpc>
              <a:defRPr lang="de-DE" sz="1400" baseline="0" noProof="0" dirty="0" smtClean="0"/>
            </a:lvl1pPr>
            <a:lvl2pPr>
              <a:defRPr lang="de-DE" noProof="0" dirty="0" smtClean="0"/>
            </a:lvl2pPr>
          </a:lstStyle>
          <a:p>
            <a:pPr lvl="0"/>
            <a:r>
              <a:rPr lang="de-DE" noProof="0" dirty="0"/>
              <a:t>Referent</a:t>
            </a:r>
            <a:br>
              <a:rPr lang="de-DE" noProof="0" dirty="0"/>
            </a:br>
            <a:r>
              <a:rPr lang="de-DE" noProof="0" dirty="0"/>
              <a:t>Ort, Datum (Schreibweise: 01. Oktober 2022)</a:t>
            </a:r>
          </a:p>
        </p:txBody>
      </p:sp>
      <p:sp>
        <p:nvSpPr>
          <p:cNvPr id="14" name="Rechteck 13"/>
          <p:cNvSpPr/>
          <p:nvPr userDrawn="1"/>
        </p:nvSpPr>
        <p:spPr bwMode="auto">
          <a:xfrm>
            <a:off x="8347635" y="4806203"/>
            <a:ext cx="575236" cy="268941"/>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0" fontAlgn="base" latinLnBrk="0" hangingPunct="0">
              <a:lnSpc>
                <a:spcPct val="100000"/>
              </a:lnSpc>
              <a:spcBef>
                <a:spcPct val="0"/>
              </a:spcBef>
              <a:spcAft>
                <a:spcPct val="0"/>
              </a:spcAft>
              <a:buClrTx/>
              <a:buSzTx/>
              <a:buFontTx/>
              <a:buNone/>
              <a:tabLst/>
            </a:pPr>
            <a:endParaRPr kumimoji="0" lang="de-DE" sz="2000" b="0" i="0" u="none" strike="noStrike" cap="none" normalizeH="0" baseline="0">
              <a:ln>
                <a:noFill/>
              </a:ln>
              <a:solidFill>
                <a:schemeClr val="tx1"/>
              </a:solidFill>
              <a:effectLst/>
              <a:latin typeface="Arial" pitchFamily="34" charset="0"/>
            </a:endParaRPr>
          </a:p>
        </p:txBody>
      </p:sp>
      <p:sp>
        <p:nvSpPr>
          <p:cNvPr id="6" name="Foliennummernplatzhalter 5"/>
          <p:cNvSpPr>
            <a:spLocks noGrp="1"/>
          </p:cNvSpPr>
          <p:nvPr>
            <p:ph type="sldNum" sz="quarter" idx="12"/>
          </p:nvPr>
        </p:nvSpPr>
        <p:spPr/>
        <p:txBody>
          <a:bodyPr/>
          <a:lstStyle/>
          <a:p>
            <a:fld id="{CE58CB1E-F828-4F11-99E0-327109AF9DA4}" type="slidenum">
              <a:rPr lang="de-DE" smtClean="0"/>
              <a:pPr/>
              <a:t>‹#›</a:t>
            </a:fld>
            <a:endParaRPr lang="de-DE" dirty="0"/>
          </a:p>
        </p:txBody>
      </p:sp>
    </p:spTree>
    <p:extLst>
      <p:ext uri="{BB962C8B-B14F-4D97-AF65-F5344CB8AC3E}">
        <p14:creationId xmlns:p14="http://schemas.microsoft.com/office/powerpoint/2010/main" val="1718550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Start">
    <p:spTree>
      <p:nvGrpSpPr>
        <p:cNvPr id="1" name=""/>
        <p:cNvGrpSpPr/>
        <p:nvPr/>
      </p:nvGrpSpPr>
      <p:grpSpPr>
        <a:xfrm>
          <a:off x="0" y="0"/>
          <a:ext cx="0" cy="0"/>
          <a:chOff x="0" y="0"/>
          <a:chExt cx="0" cy="0"/>
        </a:xfrm>
      </p:grpSpPr>
      <p:pic>
        <p:nvPicPr>
          <p:cNvPr id="2" name="Bild 4" descr="TUM_Glockenturm.tif">
            <a:extLst>
              <a:ext uri="{FF2B5EF4-FFF2-40B4-BE49-F238E27FC236}">
                <a16:creationId xmlns:a16="http://schemas.microsoft.com/office/drawing/2014/main" id="{3DC659F7-0024-9FCB-D753-C693EDA7779B}"/>
              </a:ext>
            </a:extLst>
          </p:cNvPr>
          <p:cNvPicPr>
            <a:picLocks noChangeAspect="1"/>
          </p:cNvPicPr>
          <p:nvPr userDrawn="1"/>
        </p:nvPicPr>
        <p:blipFill>
          <a:blip r:embed="rId2"/>
          <a:stretch>
            <a:fillRect/>
          </a:stretch>
        </p:blipFill>
        <p:spPr>
          <a:xfrm>
            <a:off x="4975215" y="1476375"/>
            <a:ext cx="3819542" cy="3333750"/>
          </a:xfrm>
          <a:prstGeom prst="rect">
            <a:avLst/>
          </a:prstGeom>
        </p:spPr>
      </p:pic>
      <p:sp>
        <p:nvSpPr>
          <p:cNvPr id="12" name="Titel 1"/>
          <p:cNvSpPr>
            <a:spLocks noGrp="1"/>
          </p:cNvSpPr>
          <p:nvPr>
            <p:ph type="title" hasCustomPrompt="1"/>
          </p:nvPr>
        </p:nvSpPr>
        <p:spPr>
          <a:xfrm>
            <a:off x="319090" y="972000"/>
            <a:ext cx="8508999" cy="383381"/>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ts val="3200"/>
              </a:lnSpc>
              <a:defRPr lang="de-DE" sz="2500" noProof="0" dirty="0">
                <a:solidFill>
                  <a:schemeClr val="tx1"/>
                </a:solidFill>
              </a:defRPr>
            </a:lvl1pPr>
          </a:lstStyle>
          <a:p>
            <a:pPr lvl="0"/>
            <a:r>
              <a:rPr lang="de-DE" noProof="0" dirty="0"/>
              <a:t>Titel der Präsentation durch Klicken bearbeiten</a:t>
            </a:r>
          </a:p>
        </p:txBody>
      </p:sp>
      <p:sp>
        <p:nvSpPr>
          <p:cNvPr id="16" name="Inhaltsplatzhalter 2"/>
          <p:cNvSpPr>
            <a:spLocks noGrp="1"/>
          </p:cNvSpPr>
          <p:nvPr>
            <p:ph idx="10" hasCustomPrompt="1"/>
          </p:nvPr>
        </p:nvSpPr>
        <p:spPr>
          <a:xfrm>
            <a:off x="319088" y="1484040"/>
            <a:ext cx="8508999" cy="955594"/>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50000"/>
              </a:lnSpc>
              <a:defRPr lang="de-DE" sz="1400" baseline="0" noProof="0" dirty="0" smtClean="0"/>
            </a:lvl1pPr>
            <a:lvl2pPr>
              <a:defRPr lang="de-DE" noProof="0" dirty="0" smtClean="0"/>
            </a:lvl2pPr>
          </a:lstStyle>
          <a:p>
            <a:pPr lvl="0"/>
            <a:r>
              <a:rPr lang="de-DE" noProof="0" dirty="0"/>
              <a:t>Referent</a:t>
            </a:r>
            <a:br>
              <a:rPr lang="de-DE" noProof="0" dirty="0"/>
            </a:br>
            <a:r>
              <a:rPr lang="de-DE" noProof="0" dirty="0"/>
              <a:t>Ort, Datum (Schreibweise: 01. Oktober 2022)</a:t>
            </a:r>
          </a:p>
        </p:txBody>
      </p:sp>
      <p:sp>
        <p:nvSpPr>
          <p:cNvPr id="14" name="Rechteck 13"/>
          <p:cNvSpPr/>
          <p:nvPr userDrawn="1"/>
        </p:nvSpPr>
        <p:spPr bwMode="auto">
          <a:xfrm>
            <a:off x="8347635" y="4806203"/>
            <a:ext cx="575236" cy="268941"/>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0" fontAlgn="base" latinLnBrk="0" hangingPunct="0">
              <a:lnSpc>
                <a:spcPct val="100000"/>
              </a:lnSpc>
              <a:spcBef>
                <a:spcPct val="0"/>
              </a:spcBef>
              <a:spcAft>
                <a:spcPct val="0"/>
              </a:spcAft>
              <a:buClrTx/>
              <a:buSzTx/>
              <a:buFontTx/>
              <a:buNone/>
              <a:tabLst/>
            </a:pPr>
            <a:endParaRPr kumimoji="0" lang="de-DE" sz="2000" b="0" i="0" u="none" strike="noStrike" cap="none" normalizeH="0" baseline="0">
              <a:ln>
                <a:noFill/>
              </a:ln>
              <a:solidFill>
                <a:schemeClr val="tx1"/>
              </a:solidFill>
              <a:effectLst/>
              <a:latin typeface="Arial" pitchFamily="34" charset="0"/>
            </a:endParaRPr>
          </a:p>
        </p:txBody>
      </p:sp>
      <p:sp>
        <p:nvSpPr>
          <p:cNvPr id="6" name="Foliennummernplatzhalter 5"/>
          <p:cNvSpPr>
            <a:spLocks noGrp="1"/>
          </p:cNvSpPr>
          <p:nvPr>
            <p:ph type="sldNum" sz="quarter" idx="12"/>
          </p:nvPr>
        </p:nvSpPr>
        <p:spPr/>
        <p:txBody>
          <a:bodyPr/>
          <a:lstStyle/>
          <a:p>
            <a:fld id="{CE58CB1E-F828-4F11-99E0-327109AF9DA4}" type="slidenum">
              <a:rPr lang="de-DE" smtClean="0"/>
              <a:pPr/>
              <a:t>‹#›</a:t>
            </a:fld>
            <a:endParaRPr lang="de-DE" dirty="0"/>
          </a:p>
        </p:txBody>
      </p:sp>
    </p:spTree>
    <p:extLst>
      <p:ext uri="{BB962C8B-B14F-4D97-AF65-F5344CB8AC3E}">
        <p14:creationId xmlns:p14="http://schemas.microsoft.com/office/powerpoint/2010/main" val="39818302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5238583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tart">
    <p:spTree>
      <p:nvGrpSpPr>
        <p:cNvPr id="1" name=""/>
        <p:cNvGrpSpPr/>
        <p:nvPr/>
      </p:nvGrpSpPr>
      <p:grpSpPr>
        <a:xfrm>
          <a:off x="0" y="0"/>
          <a:ext cx="0" cy="0"/>
          <a:chOff x="0" y="0"/>
          <a:chExt cx="0" cy="0"/>
        </a:xfrm>
      </p:grpSpPr>
      <p:sp>
        <p:nvSpPr>
          <p:cNvPr id="12" name="Titel 1"/>
          <p:cNvSpPr>
            <a:spLocks noGrp="1"/>
          </p:cNvSpPr>
          <p:nvPr>
            <p:ph type="title" hasCustomPrompt="1"/>
          </p:nvPr>
        </p:nvSpPr>
        <p:spPr>
          <a:xfrm>
            <a:off x="319090" y="972000"/>
            <a:ext cx="8508999" cy="376238"/>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ts val="3200"/>
              </a:lnSpc>
              <a:defRPr lang="de-DE" sz="2500" noProof="0" dirty="0">
                <a:solidFill>
                  <a:schemeClr val="bg1"/>
                </a:solidFill>
              </a:defRPr>
            </a:lvl1pPr>
          </a:lstStyle>
          <a:p>
            <a:pPr lvl="0"/>
            <a:r>
              <a:rPr lang="de-DE" noProof="0" dirty="0"/>
              <a:t>Titel der Präsentation durch Klicken bearbeiten</a:t>
            </a:r>
          </a:p>
        </p:txBody>
      </p:sp>
      <p:sp>
        <p:nvSpPr>
          <p:cNvPr id="16" name="Inhaltsplatzhalter 2"/>
          <p:cNvSpPr>
            <a:spLocks noGrp="1"/>
          </p:cNvSpPr>
          <p:nvPr>
            <p:ph idx="10" hasCustomPrompt="1"/>
          </p:nvPr>
        </p:nvSpPr>
        <p:spPr>
          <a:xfrm>
            <a:off x="319088" y="1484040"/>
            <a:ext cx="8508999" cy="955594"/>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50000"/>
              </a:lnSpc>
              <a:defRPr lang="de-DE" sz="1400" baseline="0" noProof="0" dirty="0" smtClean="0">
                <a:solidFill>
                  <a:schemeClr val="bg1"/>
                </a:solidFill>
              </a:defRPr>
            </a:lvl1pPr>
            <a:lvl2pPr>
              <a:defRPr lang="de-DE" noProof="0" dirty="0" smtClean="0"/>
            </a:lvl2pPr>
          </a:lstStyle>
          <a:p>
            <a:pPr lvl="0"/>
            <a:r>
              <a:rPr lang="de-DE" noProof="0" dirty="0"/>
              <a:t>Referent</a:t>
            </a:r>
            <a:br>
              <a:rPr lang="de-DE" noProof="0" dirty="0"/>
            </a:br>
            <a:r>
              <a:rPr lang="de-DE" noProof="0" dirty="0"/>
              <a:t>Ort, Datum (Schreibweise: 01. Oktober 2022)</a:t>
            </a:r>
          </a:p>
        </p:txBody>
      </p:sp>
      <p:sp>
        <p:nvSpPr>
          <p:cNvPr id="5" name="Foliennummernplatzhalter 4"/>
          <p:cNvSpPr>
            <a:spLocks noGrp="1"/>
          </p:cNvSpPr>
          <p:nvPr>
            <p:ph type="sldNum" sz="quarter" idx="12"/>
          </p:nvPr>
        </p:nvSpPr>
        <p:spPr/>
        <p:txBody>
          <a:bodyPr/>
          <a:lstStyle>
            <a:lvl1pPr>
              <a:defRPr>
                <a:solidFill>
                  <a:schemeClr val="bg1"/>
                </a:solidFill>
              </a:defRPr>
            </a:lvl1pPr>
          </a:lstStyle>
          <a:p>
            <a:fld id="{CE58CB1E-F828-4F11-99E0-327109AF9DA4}" type="slidenum">
              <a:rPr lang="de-DE" smtClean="0"/>
              <a:pPr/>
              <a:t>‹#›</a:t>
            </a:fld>
            <a:endParaRPr lang="de-DE" dirty="0"/>
          </a:p>
        </p:txBody>
      </p:sp>
    </p:spTree>
    <p:extLst>
      <p:ext uri="{BB962C8B-B14F-4D97-AF65-F5344CB8AC3E}">
        <p14:creationId xmlns:p14="http://schemas.microsoft.com/office/powerpoint/2010/main" val="1718550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Start">
    <p:spTree>
      <p:nvGrpSpPr>
        <p:cNvPr id="1" name=""/>
        <p:cNvGrpSpPr/>
        <p:nvPr/>
      </p:nvGrpSpPr>
      <p:grpSpPr>
        <a:xfrm>
          <a:off x="0" y="0"/>
          <a:ext cx="0" cy="0"/>
          <a:chOff x="0" y="0"/>
          <a:chExt cx="0" cy="0"/>
        </a:xfrm>
      </p:grpSpPr>
      <p:sp>
        <p:nvSpPr>
          <p:cNvPr id="12" name="Titel 1"/>
          <p:cNvSpPr>
            <a:spLocks noGrp="1"/>
          </p:cNvSpPr>
          <p:nvPr>
            <p:ph type="title" hasCustomPrompt="1"/>
          </p:nvPr>
        </p:nvSpPr>
        <p:spPr>
          <a:xfrm>
            <a:off x="319090" y="972000"/>
            <a:ext cx="8508999" cy="376238"/>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ts val="3200"/>
              </a:lnSpc>
              <a:defRPr lang="de-DE" sz="2500" noProof="0" dirty="0">
                <a:solidFill>
                  <a:schemeClr val="bg1"/>
                </a:solidFill>
              </a:defRPr>
            </a:lvl1pPr>
          </a:lstStyle>
          <a:p>
            <a:pPr lvl="0"/>
            <a:r>
              <a:rPr lang="de-DE" noProof="0" dirty="0"/>
              <a:t>Titel der Präsentation durch Klicken bearbeiten</a:t>
            </a:r>
          </a:p>
        </p:txBody>
      </p:sp>
      <p:sp>
        <p:nvSpPr>
          <p:cNvPr id="16" name="Inhaltsplatzhalter 2"/>
          <p:cNvSpPr>
            <a:spLocks noGrp="1"/>
          </p:cNvSpPr>
          <p:nvPr>
            <p:ph idx="10" hasCustomPrompt="1"/>
          </p:nvPr>
        </p:nvSpPr>
        <p:spPr>
          <a:xfrm>
            <a:off x="319088" y="1484040"/>
            <a:ext cx="8508999" cy="955594"/>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50000"/>
              </a:lnSpc>
              <a:defRPr lang="de-DE" sz="1400" baseline="0" noProof="0" dirty="0" smtClean="0">
                <a:solidFill>
                  <a:schemeClr val="bg1"/>
                </a:solidFill>
              </a:defRPr>
            </a:lvl1pPr>
            <a:lvl2pPr>
              <a:defRPr lang="de-DE" noProof="0" dirty="0" smtClean="0"/>
            </a:lvl2pPr>
          </a:lstStyle>
          <a:p>
            <a:pPr lvl="0"/>
            <a:r>
              <a:rPr lang="de-DE" noProof="0" dirty="0"/>
              <a:t>Referent</a:t>
            </a:r>
            <a:br>
              <a:rPr lang="de-DE" noProof="0" dirty="0"/>
            </a:br>
            <a:r>
              <a:rPr lang="de-DE" noProof="0" dirty="0"/>
              <a:t>Ort, Datum (Schreibweise: 01. Oktober 2022)</a:t>
            </a:r>
          </a:p>
        </p:txBody>
      </p:sp>
      <p:sp>
        <p:nvSpPr>
          <p:cNvPr id="5" name="Foliennummernplatzhalter 4"/>
          <p:cNvSpPr>
            <a:spLocks noGrp="1"/>
          </p:cNvSpPr>
          <p:nvPr>
            <p:ph type="sldNum" sz="quarter" idx="12"/>
          </p:nvPr>
        </p:nvSpPr>
        <p:spPr/>
        <p:txBody>
          <a:bodyPr/>
          <a:lstStyle>
            <a:lvl1pPr>
              <a:defRPr>
                <a:solidFill>
                  <a:schemeClr val="bg1"/>
                </a:solidFill>
              </a:defRPr>
            </a:lvl1pPr>
          </a:lstStyle>
          <a:p>
            <a:fld id="{CE58CB1E-F828-4F11-99E0-327109AF9DA4}" type="slidenum">
              <a:rPr lang="de-DE" smtClean="0"/>
              <a:pPr/>
              <a:t>‹#›</a:t>
            </a:fld>
            <a:endParaRPr lang="de-DE" dirty="0"/>
          </a:p>
        </p:txBody>
      </p:sp>
      <p:sp>
        <p:nvSpPr>
          <p:cNvPr id="2" name="Textfeld 10">
            <a:extLst>
              <a:ext uri="{FF2B5EF4-FFF2-40B4-BE49-F238E27FC236}">
                <a16:creationId xmlns:a16="http://schemas.microsoft.com/office/drawing/2014/main" id="{154976A3-D458-EBF9-B242-F3440F1111AF}"/>
              </a:ext>
            </a:extLst>
          </p:cNvPr>
          <p:cNvSpPr txBox="1"/>
          <p:nvPr userDrawn="1"/>
        </p:nvSpPr>
        <p:spPr>
          <a:xfrm>
            <a:off x="319506" y="321468"/>
            <a:ext cx="7160425" cy="346249"/>
          </a:xfrm>
          <a:prstGeom prst="rect">
            <a:avLst/>
          </a:prstGeom>
          <a:noFill/>
        </p:spPr>
        <p:txBody>
          <a:bodyPr wrap="square" lIns="0" tIns="0" rIns="0" bIns="0" rtlCol="0">
            <a:spAutoFit/>
          </a:bodyPr>
          <a:lstStyle/>
          <a:p>
            <a:pPr>
              <a:lnSpc>
                <a:spcPts val="900"/>
              </a:lnSpc>
            </a:pPr>
            <a:r>
              <a:rPr lang="en-US" sz="800" dirty="0">
                <a:solidFill>
                  <a:schemeClr val="bg1"/>
                </a:solidFill>
                <a:latin typeface="+mn-lt"/>
              </a:rPr>
              <a:t>Chair of High-Power Converter Systems</a:t>
            </a:r>
            <a:endParaRPr lang="de-DE" sz="800" kern="1200" dirty="0">
              <a:solidFill>
                <a:schemeClr val="bg1"/>
              </a:solidFill>
              <a:latin typeface="+mn-lt"/>
              <a:ea typeface="+mn-ea"/>
              <a:cs typeface="Arial" charset="0"/>
            </a:endParaRPr>
          </a:p>
          <a:p>
            <a:pPr>
              <a:lnSpc>
                <a:spcPts val="900"/>
              </a:lnSpc>
            </a:pPr>
            <a:r>
              <a:rPr lang="en-US" sz="800" kern="1200" dirty="0">
                <a:solidFill>
                  <a:schemeClr val="bg1"/>
                </a:solidFill>
                <a:latin typeface="+mn-lt"/>
                <a:ea typeface="+mn-ea"/>
                <a:cs typeface="Arial" charset="0"/>
              </a:rPr>
              <a:t>TUM School of Engineering and Design</a:t>
            </a:r>
            <a:endParaRPr lang="de-DE" sz="800" kern="1200" dirty="0">
              <a:solidFill>
                <a:schemeClr val="bg1"/>
              </a:solidFill>
              <a:latin typeface="+mn-lt"/>
              <a:ea typeface="+mn-ea"/>
              <a:cs typeface="Arial" charset="0"/>
            </a:endParaRPr>
          </a:p>
          <a:p>
            <a:pPr>
              <a:lnSpc>
                <a:spcPts val="900"/>
              </a:lnSpc>
            </a:pPr>
            <a:r>
              <a:rPr lang="de-DE" sz="800" baseline="0" dirty="0">
                <a:solidFill>
                  <a:schemeClr val="bg1"/>
                </a:solidFill>
                <a:latin typeface="+mn-lt"/>
              </a:rPr>
              <a:t>Technical University of Munich</a:t>
            </a:r>
            <a:endParaRPr lang="de-DE" sz="800" dirty="0">
              <a:solidFill>
                <a:schemeClr val="bg1"/>
              </a:solidFill>
              <a:latin typeface="+mn-lt"/>
            </a:endParaRPr>
          </a:p>
        </p:txBody>
      </p:sp>
    </p:spTree>
    <p:extLst>
      <p:ext uri="{BB962C8B-B14F-4D97-AF65-F5344CB8AC3E}">
        <p14:creationId xmlns:p14="http://schemas.microsoft.com/office/powerpoint/2010/main" val="13904144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tart">
    <p:spTree>
      <p:nvGrpSpPr>
        <p:cNvPr id="1" name=""/>
        <p:cNvGrpSpPr/>
        <p:nvPr/>
      </p:nvGrpSpPr>
      <p:grpSpPr>
        <a:xfrm>
          <a:off x="0" y="0"/>
          <a:ext cx="0" cy="0"/>
          <a:chOff x="0" y="0"/>
          <a:chExt cx="0" cy="0"/>
        </a:xfrm>
      </p:grpSpPr>
      <p:sp>
        <p:nvSpPr>
          <p:cNvPr id="12" name="Titel 1"/>
          <p:cNvSpPr>
            <a:spLocks noGrp="1"/>
          </p:cNvSpPr>
          <p:nvPr>
            <p:ph type="title" hasCustomPrompt="1"/>
          </p:nvPr>
        </p:nvSpPr>
        <p:spPr>
          <a:xfrm>
            <a:off x="319090" y="972000"/>
            <a:ext cx="8508999" cy="376238"/>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ts val="3200"/>
              </a:lnSpc>
              <a:defRPr lang="de-DE" sz="2500" noProof="0" dirty="0">
                <a:solidFill>
                  <a:schemeClr val="tx1"/>
                </a:solidFill>
              </a:defRPr>
            </a:lvl1pPr>
          </a:lstStyle>
          <a:p>
            <a:pPr lvl="0"/>
            <a:r>
              <a:rPr lang="de-DE" noProof="0" dirty="0"/>
              <a:t>Titel der Präsentation durch Klicken bearbeiten</a:t>
            </a:r>
          </a:p>
        </p:txBody>
      </p:sp>
      <p:sp>
        <p:nvSpPr>
          <p:cNvPr id="16" name="Inhaltsplatzhalter 2"/>
          <p:cNvSpPr>
            <a:spLocks noGrp="1"/>
          </p:cNvSpPr>
          <p:nvPr>
            <p:ph idx="10" hasCustomPrompt="1"/>
          </p:nvPr>
        </p:nvSpPr>
        <p:spPr>
          <a:xfrm>
            <a:off x="319088" y="1484040"/>
            <a:ext cx="8508999" cy="955594"/>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50000"/>
              </a:lnSpc>
              <a:defRPr lang="de-DE" sz="1400" baseline="0" noProof="0" dirty="0" smtClean="0">
                <a:solidFill>
                  <a:srgbClr val="000000"/>
                </a:solidFill>
              </a:defRPr>
            </a:lvl1pPr>
            <a:lvl2pPr>
              <a:defRPr lang="de-DE" noProof="0" dirty="0" smtClean="0"/>
            </a:lvl2pPr>
          </a:lstStyle>
          <a:p>
            <a:pPr lvl="0"/>
            <a:r>
              <a:rPr lang="de-DE" noProof="0" dirty="0"/>
              <a:t>Referent</a:t>
            </a:r>
            <a:br>
              <a:rPr lang="de-DE" noProof="0" dirty="0"/>
            </a:br>
            <a:r>
              <a:rPr lang="de-DE" noProof="0" dirty="0"/>
              <a:t>Ort, Datum (Schreibweise: 01. Oktober 2022)</a:t>
            </a:r>
          </a:p>
        </p:txBody>
      </p:sp>
      <p:sp>
        <p:nvSpPr>
          <p:cNvPr id="14" name="Rechteck 13"/>
          <p:cNvSpPr/>
          <p:nvPr userDrawn="1"/>
        </p:nvSpPr>
        <p:spPr bwMode="auto">
          <a:xfrm>
            <a:off x="8347635" y="4806203"/>
            <a:ext cx="575236" cy="268941"/>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0" fontAlgn="base" latinLnBrk="0" hangingPunct="0">
              <a:lnSpc>
                <a:spcPct val="100000"/>
              </a:lnSpc>
              <a:spcBef>
                <a:spcPct val="0"/>
              </a:spcBef>
              <a:spcAft>
                <a:spcPct val="0"/>
              </a:spcAft>
              <a:buClrTx/>
              <a:buSzTx/>
              <a:buFontTx/>
              <a:buNone/>
              <a:tabLst/>
            </a:pPr>
            <a:endParaRPr kumimoji="0" lang="de-DE" sz="2000" b="0" i="0" u="none" strike="noStrike" cap="none" normalizeH="0" baseline="0">
              <a:ln>
                <a:noFill/>
              </a:ln>
              <a:solidFill>
                <a:schemeClr val="tx1"/>
              </a:solidFill>
              <a:effectLst/>
              <a:latin typeface="Arial" pitchFamily="34" charset="0"/>
            </a:endParaRPr>
          </a:p>
        </p:txBody>
      </p:sp>
      <p:sp>
        <p:nvSpPr>
          <p:cNvPr id="6" name="Foliennummernplatzhalter 5"/>
          <p:cNvSpPr>
            <a:spLocks noGrp="1"/>
          </p:cNvSpPr>
          <p:nvPr>
            <p:ph type="sldNum" sz="quarter" idx="11"/>
          </p:nvPr>
        </p:nvSpPr>
        <p:spPr/>
        <p:txBody>
          <a:bodyPr/>
          <a:lstStyle/>
          <a:p>
            <a:fld id="{CE58CB1E-F828-4F11-99E0-327109AF9DA4}" type="slidenum">
              <a:rPr lang="de-DE" smtClean="0"/>
              <a:pPr/>
              <a:t>‹#›</a:t>
            </a:fld>
            <a:endParaRPr lang="de-DE" dirty="0"/>
          </a:p>
        </p:txBody>
      </p:sp>
    </p:spTree>
    <p:extLst>
      <p:ext uri="{BB962C8B-B14F-4D97-AF65-F5344CB8AC3E}">
        <p14:creationId xmlns:p14="http://schemas.microsoft.com/office/powerpoint/2010/main" val="1718550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Start">
    <p:spTree>
      <p:nvGrpSpPr>
        <p:cNvPr id="1" name=""/>
        <p:cNvGrpSpPr/>
        <p:nvPr/>
      </p:nvGrpSpPr>
      <p:grpSpPr>
        <a:xfrm>
          <a:off x="0" y="0"/>
          <a:ext cx="0" cy="0"/>
          <a:chOff x="0" y="0"/>
          <a:chExt cx="0" cy="0"/>
        </a:xfrm>
      </p:grpSpPr>
      <p:pic>
        <p:nvPicPr>
          <p:cNvPr id="2" name="Bild 4" descr="TUM_Glockenturm.tif">
            <a:extLst>
              <a:ext uri="{FF2B5EF4-FFF2-40B4-BE49-F238E27FC236}">
                <a16:creationId xmlns:a16="http://schemas.microsoft.com/office/drawing/2014/main" id="{186CB456-4823-F0CE-7635-2DF9E971C75F}"/>
              </a:ext>
            </a:extLst>
          </p:cNvPr>
          <p:cNvPicPr>
            <a:picLocks noChangeAspect="1"/>
          </p:cNvPicPr>
          <p:nvPr userDrawn="1"/>
        </p:nvPicPr>
        <p:blipFill>
          <a:blip r:embed="rId2"/>
          <a:stretch>
            <a:fillRect/>
          </a:stretch>
        </p:blipFill>
        <p:spPr>
          <a:xfrm>
            <a:off x="4975215" y="1476375"/>
            <a:ext cx="3819542" cy="3333750"/>
          </a:xfrm>
          <a:prstGeom prst="rect">
            <a:avLst/>
          </a:prstGeom>
        </p:spPr>
      </p:pic>
      <p:sp>
        <p:nvSpPr>
          <p:cNvPr id="12" name="Titel 1"/>
          <p:cNvSpPr>
            <a:spLocks noGrp="1"/>
          </p:cNvSpPr>
          <p:nvPr>
            <p:ph type="title" hasCustomPrompt="1"/>
          </p:nvPr>
        </p:nvSpPr>
        <p:spPr>
          <a:xfrm>
            <a:off x="319090" y="972000"/>
            <a:ext cx="8508999" cy="376238"/>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ts val="3200"/>
              </a:lnSpc>
              <a:defRPr lang="de-DE" sz="2500" noProof="0" dirty="0">
                <a:solidFill>
                  <a:schemeClr val="tx1"/>
                </a:solidFill>
              </a:defRPr>
            </a:lvl1pPr>
          </a:lstStyle>
          <a:p>
            <a:pPr lvl="0"/>
            <a:r>
              <a:rPr lang="de-DE" noProof="0" dirty="0"/>
              <a:t>Titel der Präsentation durch Klicken bearbeiten</a:t>
            </a:r>
          </a:p>
        </p:txBody>
      </p:sp>
      <p:sp>
        <p:nvSpPr>
          <p:cNvPr id="16" name="Inhaltsplatzhalter 2"/>
          <p:cNvSpPr>
            <a:spLocks noGrp="1"/>
          </p:cNvSpPr>
          <p:nvPr>
            <p:ph idx="10" hasCustomPrompt="1"/>
          </p:nvPr>
        </p:nvSpPr>
        <p:spPr>
          <a:xfrm>
            <a:off x="319088" y="1484040"/>
            <a:ext cx="8508999" cy="955594"/>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50000"/>
              </a:lnSpc>
              <a:defRPr lang="de-DE" sz="1400" baseline="0" noProof="0" dirty="0" smtClean="0">
                <a:solidFill>
                  <a:srgbClr val="000000"/>
                </a:solidFill>
              </a:defRPr>
            </a:lvl1pPr>
            <a:lvl2pPr>
              <a:defRPr lang="de-DE" noProof="0" dirty="0" smtClean="0"/>
            </a:lvl2pPr>
          </a:lstStyle>
          <a:p>
            <a:pPr lvl="0"/>
            <a:r>
              <a:rPr lang="de-DE" noProof="0" dirty="0"/>
              <a:t>Referent</a:t>
            </a:r>
            <a:br>
              <a:rPr lang="de-DE" noProof="0" dirty="0"/>
            </a:br>
            <a:r>
              <a:rPr lang="de-DE" noProof="0" dirty="0"/>
              <a:t>Ort, Datum (Schreibweise: 01. Oktober 2022)</a:t>
            </a:r>
          </a:p>
        </p:txBody>
      </p:sp>
      <p:sp>
        <p:nvSpPr>
          <p:cNvPr id="14" name="Rechteck 13"/>
          <p:cNvSpPr/>
          <p:nvPr userDrawn="1"/>
        </p:nvSpPr>
        <p:spPr bwMode="auto">
          <a:xfrm>
            <a:off x="8347635" y="4806203"/>
            <a:ext cx="575236" cy="268941"/>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0" fontAlgn="base" latinLnBrk="0" hangingPunct="0">
              <a:lnSpc>
                <a:spcPct val="100000"/>
              </a:lnSpc>
              <a:spcBef>
                <a:spcPct val="0"/>
              </a:spcBef>
              <a:spcAft>
                <a:spcPct val="0"/>
              </a:spcAft>
              <a:buClrTx/>
              <a:buSzTx/>
              <a:buFontTx/>
              <a:buNone/>
              <a:tabLst/>
            </a:pPr>
            <a:endParaRPr kumimoji="0" lang="de-DE" sz="2000" b="0" i="0" u="none" strike="noStrike" cap="none" normalizeH="0" baseline="0">
              <a:ln>
                <a:noFill/>
              </a:ln>
              <a:solidFill>
                <a:schemeClr val="tx1"/>
              </a:solidFill>
              <a:effectLst/>
              <a:latin typeface="Arial" pitchFamily="34" charset="0"/>
            </a:endParaRPr>
          </a:p>
        </p:txBody>
      </p:sp>
      <p:sp>
        <p:nvSpPr>
          <p:cNvPr id="6" name="Foliennummernplatzhalter 5"/>
          <p:cNvSpPr>
            <a:spLocks noGrp="1"/>
          </p:cNvSpPr>
          <p:nvPr>
            <p:ph type="sldNum" sz="quarter" idx="11"/>
          </p:nvPr>
        </p:nvSpPr>
        <p:spPr/>
        <p:txBody>
          <a:bodyPr/>
          <a:lstStyle/>
          <a:p>
            <a:fld id="{CE58CB1E-F828-4F11-99E0-327109AF9DA4}" type="slidenum">
              <a:rPr lang="de-DE" smtClean="0"/>
              <a:pPr/>
              <a:t>‹#›</a:t>
            </a:fld>
            <a:endParaRPr lang="de-DE" dirty="0"/>
          </a:p>
        </p:txBody>
      </p:sp>
    </p:spTree>
    <p:extLst>
      <p:ext uri="{BB962C8B-B14F-4D97-AF65-F5344CB8AC3E}">
        <p14:creationId xmlns:p14="http://schemas.microsoft.com/office/powerpoint/2010/main" val="16604248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tart">
    <p:spTree>
      <p:nvGrpSpPr>
        <p:cNvPr id="1" name=""/>
        <p:cNvGrpSpPr/>
        <p:nvPr/>
      </p:nvGrpSpPr>
      <p:grpSpPr>
        <a:xfrm>
          <a:off x="0" y="0"/>
          <a:ext cx="0" cy="0"/>
          <a:chOff x="0" y="0"/>
          <a:chExt cx="0" cy="0"/>
        </a:xfrm>
      </p:grpSpPr>
      <p:sp>
        <p:nvSpPr>
          <p:cNvPr id="16" name="Inhaltsplatzhalter 2"/>
          <p:cNvSpPr>
            <a:spLocks noGrp="1"/>
          </p:cNvSpPr>
          <p:nvPr>
            <p:ph idx="10" hasCustomPrompt="1"/>
          </p:nvPr>
        </p:nvSpPr>
        <p:spPr>
          <a:xfrm>
            <a:off x="319088" y="1484040"/>
            <a:ext cx="8508999" cy="955594"/>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50000"/>
              </a:lnSpc>
              <a:defRPr lang="de-DE" sz="1400" baseline="0" noProof="0" dirty="0" smtClean="0"/>
            </a:lvl1pPr>
            <a:lvl2pPr>
              <a:defRPr lang="de-DE" noProof="0" dirty="0" smtClean="0"/>
            </a:lvl2pPr>
          </a:lstStyle>
          <a:p>
            <a:pPr lvl="0"/>
            <a:r>
              <a:rPr lang="de-DE" noProof="0" dirty="0"/>
              <a:t>Referent</a:t>
            </a:r>
            <a:br>
              <a:rPr lang="de-DE" noProof="0" dirty="0"/>
            </a:br>
            <a:r>
              <a:rPr lang="de-DE" noProof="0" dirty="0"/>
              <a:t>Ort, Datum (Schreibweise: 01. Oktober 2022)</a:t>
            </a:r>
          </a:p>
        </p:txBody>
      </p:sp>
      <p:sp>
        <p:nvSpPr>
          <p:cNvPr id="14" name="Rechteck 13"/>
          <p:cNvSpPr/>
          <p:nvPr userDrawn="1"/>
        </p:nvSpPr>
        <p:spPr bwMode="auto">
          <a:xfrm>
            <a:off x="8347635" y="4806203"/>
            <a:ext cx="575236" cy="268941"/>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0" fontAlgn="base" latinLnBrk="0" hangingPunct="0">
              <a:lnSpc>
                <a:spcPct val="100000"/>
              </a:lnSpc>
              <a:spcBef>
                <a:spcPct val="0"/>
              </a:spcBef>
              <a:spcAft>
                <a:spcPct val="0"/>
              </a:spcAft>
              <a:buClrTx/>
              <a:buSzTx/>
              <a:buFontTx/>
              <a:buNone/>
              <a:tabLst/>
            </a:pPr>
            <a:endParaRPr kumimoji="0" lang="de-DE" sz="2000" b="0" i="0" u="none" strike="noStrike" cap="none" normalizeH="0" baseline="0">
              <a:ln>
                <a:noFill/>
              </a:ln>
              <a:solidFill>
                <a:schemeClr val="tx1"/>
              </a:solidFill>
              <a:effectLst/>
              <a:latin typeface="Arial" pitchFamily="34" charset="0"/>
            </a:endParaRPr>
          </a:p>
        </p:txBody>
      </p:sp>
      <p:sp>
        <p:nvSpPr>
          <p:cNvPr id="8" name="Foliennummernplatzhalter 7"/>
          <p:cNvSpPr>
            <a:spLocks noGrp="1"/>
          </p:cNvSpPr>
          <p:nvPr>
            <p:ph type="sldNum" sz="quarter" idx="12"/>
          </p:nvPr>
        </p:nvSpPr>
        <p:spPr/>
        <p:txBody>
          <a:bodyPr/>
          <a:lstStyle/>
          <a:p>
            <a:fld id="{CE58CB1E-F828-4F11-99E0-327109AF9DA4}" type="slidenum">
              <a:rPr lang="de-DE" smtClean="0"/>
              <a:pPr/>
              <a:t>‹#›</a:t>
            </a:fld>
            <a:endParaRPr lang="de-DE" dirty="0"/>
          </a:p>
        </p:txBody>
      </p:sp>
      <p:sp>
        <p:nvSpPr>
          <p:cNvPr id="9" name="Titel 1">
            <a:extLst>
              <a:ext uri="{FF2B5EF4-FFF2-40B4-BE49-F238E27FC236}">
                <a16:creationId xmlns:a16="http://schemas.microsoft.com/office/drawing/2014/main" id="{05AABF3B-2112-4303-BACC-C389E81E7384}"/>
              </a:ext>
            </a:extLst>
          </p:cNvPr>
          <p:cNvSpPr>
            <a:spLocks noGrp="1"/>
          </p:cNvSpPr>
          <p:nvPr>
            <p:ph type="title" hasCustomPrompt="1"/>
          </p:nvPr>
        </p:nvSpPr>
        <p:spPr>
          <a:xfrm>
            <a:off x="319090" y="972000"/>
            <a:ext cx="8508999" cy="376238"/>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ts val="3200"/>
              </a:lnSpc>
              <a:defRPr lang="de-DE" sz="2500" noProof="0" dirty="0">
                <a:solidFill>
                  <a:schemeClr val="tx1"/>
                </a:solidFill>
              </a:defRPr>
            </a:lvl1pPr>
          </a:lstStyle>
          <a:p>
            <a:pPr lvl="0"/>
            <a:r>
              <a:rPr lang="de-DE" noProof="0" dirty="0"/>
              <a:t>Titel der Präsentation durch Klicken bearbeiten</a:t>
            </a:r>
          </a:p>
        </p:txBody>
      </p:sp>
    </p:spTree>
    <p:extLst>
      <p:ext uri="{BB962C8B-B14F-4D97-AF65-F5344CB8AC3E}">
        <p14:creationId xmlns:p14="http://schemas.microsoft.com/office/powerpoint/2010/main" val="171855092"/>
      </p:ext>
    </p:extLst>
  </p:cSld>
  <p:clrMapOvr>
    <a:masterClrMapping/>
  </p:clrMapOvr>
  <p:extLst>
    <p:ext uri="{DCECCB84-F9BA-43D5-87BE-67443E8EF086}">
      <p15:sldGuideLst xmlns:p15="http://schemas.microsoft.com/office/powerpoint/2012/main">
        <p15:guide id="1" orient="horz" pos="1620" userDrawn="1">
          <p15:clr>
            <a:srgbClr val="FBAE40"/>
          </p15:clr>
        </p15:guide>
        <p15:guide id="2" pos="288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Inhalt">
    <p:spTree>
      <p:nvGrpSpPr>
        <p:cNvPr id="1" name=""/>
        <p:cNvGrpSpPr/>
        <p:nvPr/>
      </p:nvGrpSpPr>
      <p:grpSpPr>
        <a:xfrm>
          <a:off x="0" y="0"/>
          <a:ext cx="0" cy="0"/>
          <a:chOff x="0" y="0"/>
          <a:chExt cx="0" cy="0"/>
        </a:xfrm>
      </p:grpSpPr>
      <p:sp>
        <p:nvSpPr>
          <p:cNvPr id="10" name="Titel 1"/>
          <p:cNvSpPr>
            <a:spLocks noGrp="1"/>
          </p:cNvSpPr>
          <p:nvPr>
            <p:ph type="title" hasCustomPrompt="1"/>
          </p:nvPr>
        </p:nvSpPr>
        <p:spPr>
          <a:xfrm>
            <a:off x="311162" y="293460"/>
            <a:ext cx="8508999" cy="380810"/>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marL="0" indent="0">
              <a:lnSpc>
                <a:spcPts val="3200"/>
              </a:lnSpc>
              <a:defRPr lang="de-DE" sz="2500" noProof="0" dirty="0">
                <a:solidFill>
                  <a:schemeClr val="tx1"/>
                </a:solidFill>
              </a:defRPr>
            </a:lvl1pPr>
          </a:lstStyle>
          <a:p>
            <a:pPr lvl="0"/>
            <a:r>
              <a:rPr lang="de-DE" noProof="0" dirty="0"/>
              <a:t>Titel durch Klicken bearbeiten</a:t>
            </a:r>
          </a:p>
        </p:txBody>
      </p:sp>
      <p:sp>
        <p:nvSpPr>
          <p:cNvPr id="5" name="Foliennummernplatzhalter 4"/>
          <p:cNvSpPr>
            <a:spLocks noGrp="1"/>
          </p:cNvSpPr>
          <p:nvPr>
            <p:ph type="sldNum" sz="quarter" idx="11"/>
          </p:nvPr>
        </p:nvSpPr>
        <p:spPr/>
        <p:txBody>
          <a:bodyPr lIns="0" rIns="0"/>
          <a:lstStyle/>
          <a:p>
            <a:fld id="{CE58CB1E-F828-4F11-99E0-327109AF9DA4}" type="slidenum">
              <a:rPr lang="de-DE" smtClean="0"/>
              <a:pPr/>
              <a:t>‹#›</a:t>
            </a:fld>
            <a:endParaRPr lang="de-DE" dirty="0"/>
          </a:p>
        </p:txBody>
      </p:sp>
      <p:sp>
        <p:nvSpPr>
          <p:cNvPr id="7" name="Fußzeilenplatzhalter 6"/>
          <p:cNvSpPr>
            <a:spLocks noGrp="1"/>
          </p:cNvSpPr>
          <p:nvPr>
            <p:ph type="ftr" sz="quarter" idx="12"/>
          </p:nvPr>
        </p:nvSpPr>
        <p:spPr/>
        <p:txBody>
          <a:bodyPr/>
          <a:lstStyle/>
          <a:p>
            <a:r>
              <a:rPr lang="de-DE" dirty="0"/>
              <a:t>Dr. rer. nat. Erika Mustermann (TUM) | kann beliebig erweitert werden | Infos mit Strich trennen</a:t>
            </a:r>
            <a:endParaRPr lang="en-US" dirty="0"/>
          </a:p>
        </p:txBody>
      </p:sp>
      <p:sp>
        <p:nvSpPr>
          <p:cNvPr id="19" name="Text Placeholder 18">
            <a:extLst>
              <a:ext uri="{FF2B5EF4-FFF2-40B4-BE49-F238E27FC236}">
                <a16:creationId xmlns:a16="http://schemas.microsoft.com/office/drawing/2014/main" id="{740E7229-04EE-4764-BC7E-F87916F4FA64}"/>
              </a:ext>
            </a:extLst>
          </p:cNvPr>
          <p:cNvSpPr>
            <a:spLocks noGrp="1"/>
          </p:cNvSpPr>
          <p:nvPr>
            <p:ph type="body" sz="quarter" idx="14" hasCustomPrompt="1"/>
          </p:nvPr>
        </p:nvSpPr>
        <p:spPr>
          <a:xfrm>
            <a:off x="311161" y="684430"/>
            <a:ext cx="8508999" cy="321410"/>
          </a:xfrm>
          <a:prstGeom prst="rect">
            <a:avLst/>
          </a:prstGeom>
        </p:spPr>
        <p:txBody>
          <a:bodyPr lIns="0" tIns="93600" rIns="0" bIns="0"/>
          <a:lstStyle>
            <a:lvl1pPr marL="0" marR="0" indent="0" algn="l" defTabSz="914400" rtl="0" eaLnBrk="0" fontAlgn="base" latinLnBrk="0" hangingPunct="0">
              <a:lnSpc>
                <a:spcPts val="1800"/>
              </a:lnSpc>
              <a:spcBef>
                <a:spcPts val="600"/>
              </a:spcBef>
              <a:spcAft>
                <a:spcPct val="0"/>
              </a:spcAft>
              <a:buClrTx/>
              <a:buSzTx/>
              <a:buFontTx/>
              <a:buNone/>
              <a:tabLst/>
              <a:defRPr sz="1800">
                <a:solidFill>
                  <a:schemeClr val="bg2"/>
                </a:solidFill>
                <a:latin typeface="+mj-lt"/>
              </a:defRPr>
            </a:lvl1pPr>
            <a:lvl2pPr marL="0" indent="0">
              <a:buNone/>
              <a:defRPr/>
            </a:lvl2pPr>
            <a:lvl3pPr marL="176213" indent="0">
              <a:buNone/>
              <a:defRPr/>
            </a:lvl3pPr>
            <a:lvl4pPr marL="360363" indent="0">
              <a:buNone/>
              <a:defRPr/>
            </a:lvl4pPr>
            <a:lvl5pPr marL="538162" indent="0">
              <a:buNone/>
              <a:defRPr/>
            </a:lvl5pPr>
          </a:lstStyle>
          <a:p>
            <a:pPr marL="0" marR="0" lvl="0" indent="0" algn="l" defTabSz="914400" rtl="0" eaLnBrk="0" fontAlgn="base" latinLnBrk="0" hangingPunct="0">
              <a:lnSpc>
                <a:spcPts val="1800"/>
              </a:lnSpc>
              <a:spcBef>
                <a:spcPts val="0"/>
              </a:spcBef>
              <a:spcAft>
                <a:spcPct val="0"/>
              </a:spcAft>
              <a:buClrTx/>
              <a:buSzTx/>
              <a:buFontTx/>
              <a:buNone/>
              <a:tabLst/>
              <a:defRPr/>
            </a:pPr>
            <a:r>
              <a:rPr lang="de-DE" altLang="zh-CN" sz="1800" noProof="0" dirty="0"/>
              <a:t>Untert</a:t>
            </a:r>
            <a:r>
              <a:rPr lang="de-DE" sz="1800" noProof="0" dirty="0"/>
              <a:t>itel durch Klicken bearbeiten</a:t>
            </a:r>
          </a:p>
          <a:p>
            <a:pPr lvl="0"/>
            <a:endParaRPr lang="en-US" dirty="0"/>
          </a:p>
        </p:txBody>
      </p:sp>
    </p:spTree>
    <p:extLst>
      <p:ext uri="{BB962C8B-B14F-4D97-AF65-F5344CB8AC3E}">
        <p14:creationId xmlns:p14="http://schemas.microsoft.com/office/powerpoint/2010/main" val="2183948741"/>
      </p:ext>
    </p:extLst>
  </p:cSld>
  <p:clrMapOvr>
    <a:masterClrMapping/>
  </p:clrMapOvr>
  <p:extLst>
    <p:ext uri="{DCECCB84-F9BA-43D5-87BE-67443E8EF086}">
      <p15:sldGuideLst xmlns:p15="http://schemas.microsoft.com/office/powerpoint/2012/main">
        <p15:guide id="1" orient="horz" pos="1620" userDrawn="1">
          <p15:clr>
            <a:srgbClr val="FBAE40"/>
          </p15:clr>
        </p15:guide>
        <p15:guide id="2" pos="288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Inhalt">
    <p:spTree>
      <p:nvGrpSpPr>
        <p:cNvPr id="1" name=""/>
        <p:cNvGrpSpPr/>
        <p:nvPr/>
      </p:nvGrpSpPr>
      <p:grpSpPr>
        <a:xfrm>
          <a:off x="0" y="0"/>
          <a:ext cx="0" cy="0"/>
          <a:chOff x="0" y="0"/>
          <a:chExt cx="0" cy="0"/>
        </a:xfrm>
      </p:grpSpPr>
      <p:sp>
        <p:nvSpPr>
          <p:cNvPr id="10" name="Titel 1"/>
          <p:cNvSpPr>
            <a:spLocks noGrp="1"/>
          </p:cNvSpPr>
          <p:nvPr>
            <p:ph type="title" hasCustomPrompt="1"/>
          </p:nvPr>
        </p:nvSpPr>
        <p:spPr>
          <a:xfrm>
            <a:off x="311162" y="293460"/>
            <a:ext cx="8508999" cy="380810"/>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marL="0" indent="0">
              <a:lnSpc>
                <a:spcPts val="3200"/>
              </a:lnSpc>
              <a:defRPr lang="de-DE" sz="2500" noProof="0" dirty="0">
                <a:solidFill>
                  <a:schemeClr val="tx1"/>
                </a:solidFill>
              </a:defRPr>
            </a:lvl1pPr>
          </a:lstStyle>
          <a:p>
            <a:pPr lvl="0"/>
            <a:r>
              <a:rPr lang="de-DE" noProof="0" dirty="0"/>
              <a:t>Titel durch Klicken bearbeiten</a:t>
            </a:r>
          </a:p>
        </p:txBody>
      </p:sp>
      <p:sp>
        <p:nvSpPr>
          <p:cNvPr id="5" name="Foliennummernplatzhalter 4"/>
          <p:cNvSpPr>
            <a:spLocks noGrp="1"/>
          </p:cNvSpPr>
          <p:nvPr>
            <p:ph type="sldNum" sz="quarter" idx="11"/>
          </p:nvPr>
        </p:nvSpPr>
        <p:spPr/>
        <p:txBody>
          <a:bodyPr lIns="0" rIns="0"/>
          <a:lstStyle/>
          <a:p>
            <a:fld id="{CE58CB1E-F828-4F11-99E0-327109AF9DA4}" type="slidenum">
              <a:rPr lang="de-DE" smtClean="0"/>
              <a:pPr/>
              <a:t>‹#›</a:t>
            </a:fld>
            <a:endParaRPr lang="de-DE" dirty="0"/>
          </a:p>
        </p:txBody>
      </p:sp>
      <p:sp>
        <p:nvSpPr>
          <p:cNvPr id="7" name="Fußzeilenplatzhalter 6"/>
          <p:cNvSpPr>
            <a:spLocks noGrp="1"/>
          </p:cNvSpPr>
          <p:nvPr>
            <p:ph type="ftr" sz="quarter" idx="12"/>
          </p:nvPr>
        </p:nvSpPr>
        <p:spPr/>
        <p:txBody>
          <a:bodyPr/>
          <a:lstStyle/>
          <a:p>
            <a:r>
              <a:rPr lang="de-DE" dirty="0"/>
              <a:t>Dr. rer. nat. Erika Mustermann (TUM) | kann beliebig erweitert werden | Infos mit Strich trennen</a:t>
            </a:r>
            <a:endParaRPr lang="en-US" dirty="0"/>
          </a:p>
        </p:txBody>
      </p:sp>
    </p:spTree>
    <p:extLst>
      <p:ext uri="{BB962C8B-B14F-4D97-AF65-F5344CB8AC3E}">
        <p14:creationId xmlns:p14="http://schemas.microsoft.com/office/powerpoint/2010/main" val="13072660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Inhalt + Text">
    <p:spTree>
      <p:nvGrpSpPr>
        <p:cNvPr id="1" name=""/>
        <p:cNvGrpSpPr/>
        <p:nvPr/>
      </p:nvGrpSpPr>
      <p:grpSpPr>
        <a:xfrm>
          <a:off x="0" y="0"/>
          <a:ext cx="0" cy="0"/>
          <a:chOff x="0" y="0"/>
          <a:chExt cx="0" cy="0"/>
        </a:xfrm>
      </p:grpSpPr>
      <p:sp useBgFill="1">
        <p:nvSpPr>
          <p:cNvPr id="3" name="Inhaltsplatzhalter 2"/>
          <p:cNvSpPr>
            <a:spLocks noGrp="1"/>
          </p:cNvSpPr>
          <p:nvPr>
            <p:ph idx="1" hasCustomPrompt="1"/>
          </p:nvPr>
        </p:nvSpPr>
        <p:spPr>
          <a:xfrm>
            <a:off x="319090" y="1785785"/>
            <a:ext cx="8508999" cy="2900515"/>
          </a:xfrm>
          <a:prstGeom prst="rect">
            <a:avLst/>
          </a:prstGeom>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sz="1400" noProof="0" dirty="0" smtClean="0"/>
            </a:lvl1pPr>
            <a:lvl2pPr>
              <a:lnSpc>
                <a:spcPct val="114000"/>
              </a:lnSpc>
              <a:defRPr lang="de-DE" sz="1400" noProof="0" dirty="0" smtClean="0"/>
            </a:lvl2pPr>
            <a:lvl3pPr>
              <a:defRPr sz="1400" baseline="0"/>
            </a:lvl3pPr>
          </a:lstStyle>
          <a:p>
            <a:pPr lvl="0"/>
            <a:r>
              <a:rPr lang="de-DE" noProof="0" dirty="0"/>
              <a:t>Inhalt durch Klicken bearbeiten</a:t>
            </a:r>
          </a:p>
          <a:p>
            <a:pPr lvl="1"/>
            <a:r>
              <a:rPr lang="de-DE" noProof="0" dirty="0"/>
              <a:t>Zweite Ebene</a:t>
            </a:r>
          </a:p>
          <a:p>
            <a:pPr lvl="2"/>
            <a:r>
              <a:rPr lang="de-DE" noProof="0" dirty="0"/>
              <a:t>Dritte Ebene</a:t>
            </a:r>
          </a:p>
        </p:txBody>
      </p:sp>
      <p:sp useBgFill="1">
        <p:nvSpPr>
          <p:cNvPr id="5" name="Foliennummernplatzhalter 4"/>
          <p:cNvSpPr>
            <a:spLocks noGrp="1"/>
          </p:cNvSpPr>
          <p:nvPr>
            <p:ph type="sldNum" sz="quarter" idx="11"/>
          </p:nvPr>
        </p:nvSpPr>
        <p:spPr/>
        <p:txBody>
          <a:bodyPr/>
          <a:lstStyle/>
          <a:p>
            <a:fld id="{CE58CB1E-F828-4F11-99E0-327109AF9DA4}" type="slidenum">
              <a:rPr lang="de-DE" smtClean="0"/>
              <a:pPr/>
              <a:t>‹#›</a:t>
            </a:fld>
            <a:endParaRPr lang="de-DE" dirty="0"/>
          </a:p>
        </p:txBody>
      </p:sp>
      <p:sp useBgFill="1">
        <p:nvSpPr>
          <p:cNvPr id="7" name="Fußzeilenplatzhalter 6"/>
          <p:cNvSpPr>
            <a:spLocks noGrp="1"/>
          </p:cNvSpPr>
          <p:nvPr>
            <p:ph type="ftr" sz="quarter" idx="12"/>
          </p:nvPr>
        </p:nvSpPr>
        <p:spPr/>
        <p:txBody>
          <a:bodyPr/>
          <a:lstStyle/>
          <a:p>
            <a:r>
              <a:rPr lang="de-DE" dirty="0"/>
              <a:t>Dr. rer. nat. Erika Mustermann (TUM) | kann beliebig erweitert werden | Infos mit Strich trennen</a:t>
            </a:r>
            <a:endParaRPr lang="en-US" dirty="0"/>
          </a:p>
        </p:txBody>
      </p:sp>
      <p:sp useBgFill="1">
        <p:nvSpPr>
          <p:cNvPr id="6" name="Textplatzhalter 7"/>
          <p:cNvSpPr>
            <a:spLocks noGrp="1"/>
          </p:cNvSpPr>
          <p:nvPr>
            <p:ph type="body" sz="quarter" idx="13" hasCustomPrompt="1"/>
          </p:nvPr>
        </p:nvSpPr>
        <p:spPr>
          <a:xfrm>
            <a:off x="319090" y="1222525"/>
            <a:ext cx="8508999" cy="505304"/>
          </a:xfrm>
          <a:prstGeom prst="rect">
            <a:avLst/>
          </a:prstGeom>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sz="1400" noProof="0" dirty="0" smtClean="0"/>
            </a:lvl1pPr>
          </a:lstStyle>
          <a:p>
            <a:pPr lvl="0"/>
            <a:r>
              <a:rPr lang="de-DE" noProof="0" dirty="0"/>
              <a:t>Inhalt durch Klicken bearbeiten</a:t>
            </a:r>
          </a:p>
        </p:txBody>
      </p:sp>
      <p:sp>
        <p:nvSpPr>
          <p:cNvPr id="11" name="Titel 1">
            <a:extLst>
              <a:ext uri="{FF2B5EF4-FFF2-40B4-BE49-F238E27FC236}">
                <a16:creationId xmlns:a16="http://schemas.microsoft.com/office/drawing/2014/main" id="{CBB05561-73C4-4A74-972B-036FE30803A1}"/>
              </a:ext>
            </a:extLst>
          </p:cNvPr>
          <p:cNvSpPr>
            <a:spLocks noGrp="1"/>
          </p:cNvSpPr>
          <p:nvPr>
            <p:ph type="title" hasCustomPrompt="1"/>
          </p:nvPr>
        </p:nvSpPr>
        <p:spPr>
          <a:xfrm>
            <a:off x="311162" y="293460"/>
            <a:ext cx="8508999" cy="380810"/>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2500" noProof="0" dirty="0">
                <a:solidFill>
                  <a:schemeClr val="tx1"/>
                </a:solidFill>
              </a:defRPr>
            </a:lvl1pPr>
          </a:lstStyle>
          <a:p>
            <a:pPr lvl="0"/>
            <a:r>
              <a:rPr lang="de-DE" noProof="0" dirty="0"/>
              <a:t>Titel durch Klicken bearbeiten</a:t>
            </a:r>
          </a:p>
        </p:txBody>
      </p:sp>
      <p:sp>
        <p:nvSpPr>
          <p:cNvPr id="2" name="Text Placeholder 18">
            <a:extLst>
              <a:ext uri="{FF2B5EF4-FFF2-40B4-BE49-F238E27FC236}">
                <a16:creationId xmlns:a16="http://schemas.microsoft.com/office/drawing/2014/main" id="{20912513-725A-7B3D-7236-D9DF537BD47D}"/>
              </a:ext>
            </a:extLst>
          </p:cNvPr>
          <p:cNvSpPr>
            <a:spLocks noGrp="1"/>
          </p:cNvSpPr>
          <p:nvPr>
            <p:ph type="body" sz="quarter" idx="14" hasCustomPrompt="1"/>
          </p:nvPr>
        </p:nvSpPr>
        <p:spPr>
          <a:xfrm>
            <a:off x="311161" y="684430"/>
            <a:ext cx="8508999" cy="321410"/>
          </a:xfrm>
          <a:prstGeom prst="rect">
            <a:avLst/>
          </a:prstGeom>
        </p:spPr>
        <p:txBody>
          <a:bodyPr lIns="0" tIns="93600" rIns="0" bIns="0"/>
          <a:lstStyle>
            <a:lvl1pPr marL="0" marR="0" indent="0" algn="l" defTabSz="914400" rtl="0" eaLnBrk="0" fontAlgn="base" latinLnBrk="0" hangingPunct="0">
              <a:lnSpc>
                <a:spcPts val="1800"/>
              </a:lnSpc>
              <a:spcBef>
                <a:spcPts val="600"/>
              </a:spcBef>
              <a:spcAft>
                <a:spcPct val="0"/>
              </a:spcAft>
              <a:buClrTx/>
              <a:buSzTx/>
              <a:buFontTx/>
              <a:buNone/>
              <a:tabLst/>
              <a:defRPr sz="1800">
                <a:solidFill>
                  <a:schemeClr val="bg2"/>
                </a:solidFill>
                <a:latin typeface="+mj-lt"/>
              </a:defRPr>
            </a:lvl1pPr>
            <a:lvl2pPr marL="0" indent="0">
              <a:buNone/>
              <a:defRPr/>
            </a:lvl2pPr>
            <a:lvl3pPr marL="176213" indent="0">
              <a:buNone/>
              <a:defRPr/>
            </a:lvl3pPr>
            <a:lvl4pPr marL="360363" indent="0">
              <a:buNone/>
              <a:defRPr/>
            </a:lvl4pPr>
            <a:lvl5pPr marL="538162" indent="0">
              <a:buNone/>
              <a:defRPr/>
            </a:lvl5pPr>
          </a:lstStyle>
          <a:p>
            <a:pPr marL="0" marR="0" lvl="0" indent="0" algn="l" defTabSz="914400" rtl="0" eaLnBrk="0" fontAlgn="base" latinLnBrk="0" hangingPunct="0">
              <a:lnSpc>
                <a:spcPts val="1800"/>
              </a:lnSpc>
              <a:spcBef>
                <a:spcPts val="0"/>
              </a:spcBef>
              <a:spcAft>
                <a:spcPct val="0"/>
              </a:spcAft>
              <a:buClrTx/>
              <a:buSzTx/>
              <a:buFontTx/>
              <a:buNone/>
              <a:tabLst/>
              <a:defRPr/>
            </a:pPr>
            <a:r>
              <a:rPr lang="de-DE" altLang="zh-CN" sz="1800" noProof="0" dirty="0"/>
              <a:t>Untert</a:t>
            </a:r>
            <a:r>
              <a:rPr lang="de-DE" sz="1800" noProof="0" dirty="0"/>
              <a:t>itel durch Klicken bearbeiten</a:t>
            </a:r>
          </a:p>
          <a:p>
            <a:pPr lvl="0"/>
            <a:endParaRPr lang="en-US" dirty="0"/>
          </a:p>
        </p:txBody>
      </p:sp>
    </p:spTree>
    <p:extLst>
      <p:ext uri="{BB962C8B-B14F-4D97-AF65-F5344CB8AC3E}">
        <p14:creationId xmlns:p14="http://schemas.microsoft.com/office/powerpoint/2010/main" val="218394874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3_Inhalt + Text">
    <p:spTree>
      <p:nvGrpSpPr>
        <p:cNvPr id="1" name=""/>
        <p:cNvGrpSpPr/>
        <p:nvPr/>
      </p:nvGrpSpPr>
      <p:grpSpPr>
        <a:xfrm>
          <a:off x="0" y="0"/>
          <a:ext cx="0" cy="0"/>
          <a:chOff x="0" y="0"/>
          <a:chExt cx="0" cy="0"/>
        </a:xfrm>
      </p:grpSpPr>
      <p:sp useBgFill="1">
        <p:nvSpPr>
          <p:cNvPr id="3" name="Inhaltsplatzhalter 2"/>
          <p:cNvSpPr>
            <a:spLocks noGrp="1"/>
          </p:cNvSpPr>
          <p:nvPr>
            <p:ph idx="1" hasCustomPrompt="1"/>
          </p:nvPr>
        </p:nvSpPr>
        <p:spPr>
          <a:xfrm>
            <a:off x="319090" y="1785785"/>
            <a:ext cx="8508999" cy="2900515"/>
          </a:xfrm>
          <a:prstGeom prst="rect">
            <a:avLst/>
          </a:prstGeom>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sz="1400" noProof="0" dirty="0" smtClean="0"/>
            </a:lvl1pPr>
            <a:lvl2pPr>
              <a:lnSpc>
                <a:spcPct val="114000"/>
              </a:lnSpc>
              <a:defRPr lang="de-DE" sz="1400" noProof="0" dirty="0" smtClean="0"/>
            </a:lvl2pPr>
            <a:lvl3pPr>
              <a:defRPr sz="1400" baseline="0"/>
            </a:lvl3pPr>
          </a:lstStyle>
          <a:p>
            <a:pPr lvl="0"/>
            <a:r>
              <a:rPr lang="de-DE" noProof="0" dirty="0"/>
              <a:t>Inhalt durch Klicken bearbeiten</a:t>
            </a:r>
          </a:p>
          <a:p>
            <a:pPr lvl="1"/>
            <a:r>
              <a:rPr lang="de-DE" noProof="0" dirty="0"/>
              <a:t>Zweite Ebene</a:t>
            </a:r>
          </a:p>
          <a:p>
            <a:pPr lvl="2"/>
            <a:r>
              <a:rPr lang="de-DE" noProof="0" dirty="0"/>
              <a:t>Dritte Ebene</a:t>
            </a:r>
          </a:p>
        </p:txBody>
      </p:sp>
      <p:sp useBgFill="1">
        <p:nvSpPr>
          <p:cNvPr id="5" name="Foliennummernplatzhalter 4"/>
          <p:cNvSpPr>
            <a:spLocks noGrp="1"/>
          </p:cNvSpPr>
          <p:nvPr>
            <p:ph type="sldNum" sz="quarter" idx="11"/>
          </p:nvPr>
        </p:nvSpPr>
        <p:spPr/>
        <p:txBody>
          <a:bodyPr/>
          <a:lstStyle/>
          <a:p>
            <a:fld id="{CE58CB1E-F828-4F11-99E0-327109AF9DA4}" type="slidenum">
              <a:rPr lang="de-DE" smtClean="0"/>
              <a:pPr/>
              <a:t>‹#›</a:t>
            </a:fld>
            <a:endParaRPr lang="de-DE" dirty="0"/>
          </a:p>
        </p:txBody>
      </p:sp>
      <p:sp useBgFill="1">
        <p:nvSpPr>
          <p:cNvPr id="7" name="Fußzeilenplatzhalter 6"/>
          <p:cNvSpPr>
            <a:spLocks noGrp="1"/>
          </p:cNvSpPr>
          <p:nvPr>
            <p:ph type="ftr" sz="quarter" idx="12"/>
          </p:nvPr>
        </p:nvSpPr>
        <p:spPr/>
        <p:txBody>
          <a:bodyPr/>
          <a:lstStyle/>
          <a:p>
            <a:r>
              <a:rPr lang="de-DE" dirty="0"/>
              <a:t>Dr. rer. nat. Erika Mustermann (TUM) | kann beliebig erweitert werden | Infos mit Strich trennen</a:t>
            </a:r>
            <a:endParaRPr lang="en-US" dirty="0"/>
          </a:p>
        </p:txBody>
      </p:sp>
      <p:sp useBgFill="1">
        <p:nvSpPr>
          <p:cNvPr id="6" name="Textplatzhalter 7"/>
          <p:cNvSpPr>
            <a:spLocks noGrp="1"/>
          </p:cNvSpPr>
          <p:nvPr>
            <p:ph type="body" sz="quarter" idx="13" hasCustomPrompt="1"/>
          </p:nvPr>
        </p:nvSpPr>
        <p:spPr>
          <a:xfrm>
            <a:off x="319090" y="1222525"/>
            <a:ext cx="8508999" cy="505304"/>
          </a:xfrm>
          <a:prstGeom prst="rect">
            <a:avLst/>
          </a:prstGeom>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sz="1400" noProof="0" dirty="0" smtClean="0"/>
            </a:lvl1pPr>
          </a:lstStyle>
          <a:p>
            <a:pPr lvl="0"/>
            <a:r>
              <a:rPr lang="de-DE" noProof="0" dirty="0"/>
              <a:t>Inhalt durch Klicken bearbeiten</a:t>
            </a:r>
          </a:p>
        </p:txBody>
      </p:sp>
      <p:sp>
        <p:nvSpPr>
          <p:cNvPr id="11" name="Titel 1">
            <a:extLst>
              <a:ext uri="{FF2B5EF4-FFF2-40B4-BE49-F238E27FC236}">
                <a16:creationId xmlns:a16="http://schemas.microsoft.com/office/drawing/2014/main" id="{CBB05561-73C4-4A74-972B-036FE30803A1}"/>
              </a:ext>
            </a:extLst>
          </p:cNvPr>
          <p:cNvSpPr>
            <a:spLocks noGrp="1"/>
          </p:cNvSpPr>
          <p:nvPr>
            <p:ph type="title" hasCustomPrompt="1"/>
          </p:nvPr>
        </p:nvSpPr>
        <p:spPr>
          <a:xfrm>
            <a:off x="311162" y="293460"/>
            <a:ext cx="8508999" cy="380810"/>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2500" noProof="0" dirty="0">
                <a:solidFill>
                  <a:schemeClr val="tx1"/>
                </a:solidFill>
              </a:defRPr>
            </a:lvl1pPr>
          </a:lstStyle>
          <a:p>
            <a:pPr lvl="0"/>
            <a:r>
              <a:rPr lang="de-DE" noProof="0" dirty="0"/>
              <a:t>Titel durch Klicken bearbeiten</a:t>
            </a:r>
          </a:p>
        </p:txBody>
      </p:sp>
    </p:spTree>
    <p:extLst>
      <p:ext uri="{BB962C8B-B14F-4D97-AF65-F5344CB8AC3E}">
        <p14:creationId xmlns:p14="http://schemas.microsoft.com/office/powerpoint/2010/main" val="46609048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Inhalt + Text">
    <p:spTree>
      <p:nvGrpSpPr>
        <p:cNvPr id="1" name=""/>
        <p:cNvGrpSpPr/>
        <p:nvPr/>
      </p:nvGrpSpPr>
      <p:grpSpPr>
        <a:xfrm>
          <a:off x="0" y="0"/>
          <a:ext cx="0" cy="0"/>
          <a:chOff x="0" y="0"/>
          <a:chExt cx="0" cy="0"/>
        </a:xfrm>
      </p:grpSpPr>
      <p:sp useBgFill="1">
        <p:nvSpPr>
          <p:cNvPr id="3" name="Inhaltsplatzhalter 2"/>
          <p:cNvSpPr>
            <a:spLocks noGrp="1"/>
          </p:cNvSpPr>
          <p:nvPr>
            <p:ph idx="1" hasCustomPrompt="1"/>
          </p:nvPr>
        </p:nvSpPr>
        <p:spPr>
          <a:xfrm>
            <a:off x="319090" y="1506687"/>
            <a:ext cx="8508999" cy="3179614"/>
          </a:xfrm>
          <a:prstGeom prst="rect">
            <a:avLst/>
          </a:prstGeom>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sz="1400" noProof="0" dirty="0" smtClean="0"/>
            </a:lvl1pPr>
            <a:lvl2pPr>
              <a:lnSpc>
                <a:spcPct val="114000"/>
              </a:lnSpc>
              <a:defRPr lang="de-DE" sz="1400" noProof="0" dirty="0" smtClean="0"/>
            </a:lvl2pPr>
            <a:lvl3pPr>
              <a:defRPr sz="1400" baseline="0"/>
            </a:lvl3pPr>
          </a:lstStyle>
          <a:p>
            <a:pPr lvl="0"/>
            <a:r>
              <a:rPr lang="de-DE" noProof="0" dirty="0"/>
              <a:t>Inhalt durch Klicken bearbeiten</a:t>
            </a:r>
          </a:p>
          <a:p>
            <a:pPr lvl="1"/>
            <a:r>
              <a:rPr lang="de-DE" noProof="0" dirty="0"/>
              <a:t>Zweite Ebene</a:t>
            </a:r>
          </a:p>
          <a:p>
            <a:pPr lvl="2"/>
            <a:r>
              <a:rPr lang="de-DE" noProof="0" dirty="0"/>
              <a:t>Dritte Ebene</a:t>
            </a:r>
          </a:p>
        </p:txBody>
      </p:sp>
      <p:sp useBgFill="1">
        <p:nvSpPr>
          <p:cNvPr id="5" name="Foliennummernplatzhalter 4"/>
          <p:cNvSpPr>
            <a:spLocks noGrp="1"/>
          </p:cNvSpPr>
          <p:nvPr>
            <p:ph type="sldNum" sz="quarter" idx="11"/>
          </p:nvPr>
        </p:nvSpPr>
        <p:spPr/>
        <p:txBody>
          <a:bodyPr/>
          <a:lstStyle/>
          <a:p>
            <a:fld id="{CE58CB1E-F828-4F11-99E0-327109AF9DA4}" type="slidenum">
              <a:rPr lang="de-DE" smtClean="0"/>
              <a:pPr/>
              <a:t>‹#›</a:t>
            </a:fld>
            <a:endParaRPr lang="de-DE" dirty="0"/>
          </a:p>
        </p:txBody>
      </p:sp>
      <p:sp useBgFill="1">
        <p:nvSpPr>
          <p:cNvPr id="7" name="Fußzeilenplatzhalter 6"/>
          <p:cNvSpPr>
            <a:spLocks noGrp="1"/>
          </p:cNvSpPr>
          <p:nvPr>
            <p:ph type="ftr" sz="quarter" idx="12"/>
          </p:nvPr>
        </p:nvSpPr>
        <p:spPr/>
        <p:txBody>
          <a:bodyPr/>
          <a:lstStyle/>
          <a:p>
            <a:r>
              <a:rPr lang="de-DE" dirty="0"/>
              <a:t>Dr. rer. nat. Erika Mustermann (TUM) | kann beliebig erweitert werden | Infos mit Strich trennen</a:t>
            </a:r>
            <a:endParaRPr lang="en-US" dirty="0"/>
          </a:p>
        </p:txBody>
      </p:sp>
      <p:sp useBgFill="1">
        <p:nvSpPr>
          <p:cNvPr id="6" name="Textplatzhalter 7"/>
          <p:cNvSpPr>
            <a:spLocks noGrp="1"/>
          </p:cNvSpPr>
          <p:nvPr>
            <p:ph type="body" sz="quarter" idx="13" hasCustomPrompt="1"/>
          </p:nvPr>
        </p:nvSpPr>
        <p:spPr>
          <a:xfrm>
            <a:off x="311161" y="936839"/>
            <a:ext cx="8508999" cy="497688"/>
          </a:xfrm>
          <a:prstGeom prst="rect">
            <a:avLst/>
          </a:prstGeom>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sz="1400" noProof="0" dirty="0" smtClean="0"/>
            </a:lvl1pPr>
          </a:lstStyle>
          <a:p>
            <a:pPr lvl="0"/>
            <a:r>
              <a:rPr lang="de-DE" noProof="0" dirty="0"/>
              <a:t>Inhalt durch Klicken bearbeiten</a:t>
            </a:r>
          </a:p>
        </p:txBody>
      </p:sp>
      <p:sp>
        <p:nvSpPr>
          <p:cNvPr id="11" name="Titel 1">
            <a:extLst>
              <a:ext uri="{FF2B5EF4-FFF2-40B4-BE49-F238E27FC236}">
                <a16:creationId xmlns:a16="http://schemas.microsoft.com/office/drawing/2014/main" id="{CBB05561-73C4-4A74-972B-036FE30803A1}"/>
              </a:ext>
            </a:extLst>
          </p:cNvPr>
          <p:cNvSpPr>
            <a:spLocks noGrp="1"/>
          </p:cNvSpPr>
          <p:nvPr>
            <p:ph type="title" hasCustomPrompt="1"/>
          </p:nvPr>
        </p:nvSpPr>
        <p:spPr>
          <a:xfrm>
            <a:off x="311162" y="293460"/>
            <a:ext cx="8508999" cy="380810"/>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2500" noProof="0" dirty="0">
                <a:solidFill>
                  <a:schemeClr val="tx1"/>
                </a:solidFill>
              </a:defRPr>
            </a:lvl1pPr>
          </a:lstStyle>
          <a:p>
            <a:pPr lvl="0"/>
            <a:r>
              <a:rPr lang="de-DE" noProof="0" dirty="0"/>
              <a:t>Titel durch Klicken bearbeiten</a:t>
            </a:r>
          </a:p>
        </p:txBody>
      </p:sp>
    </p:spTree>
    <p:extLst>
      <p:ext uri="{BB962C8B-B14F-4D97-AF65-F5344CB8AC3E}">
        <p14:creationId xmlns:p14="http://schemas.microsoft.com/office/powerpoint/2010/main" val="427311506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Inhalt + Text">
    <p:spTree>
      <p:nvGrpSpPr>
        <p:cNvPr id="1" name=""/>
        <p:cNvGrpSpPr/>
        <p:nvPr/>
      </p:nvGrpSpPr>
      <p:grpSpPr>
        <a:xfrm>
          <a:off x="0" y="0"/>
          <a:ext cx="0" cy="0"/>
          <a:chOff x="0" y="0"/>
          <a:chExt cx="0" cy="0"/>
        </a:xfrm>
      </p:grpSpPr>
      <p:sp useBgFill="1">
        <p:nvSpPr>
          <p:cNvPr id="3" name="Inhaltsplatzhalter 2"/>
          <p:cNvSpPr>
            <a:spLocks noGrp="1"/>
          </p:cNvSpPr>
          <p:nvPr>
            <p:ph idx="1" hasCustomPrompt="1"/>
          </p:nvPr>
        </p:nvSpPr>
        <p:spPr>
          <a:xfrm>
            <a:off x="319090" y="1222525"/>
            <a:ext cx="8508999" cy="3463775"/>
          </a:xfrm>
          <a:prstGeom prst="rect">
            <a:avLst/>
          </a:prstGeom>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sz="1400" noProof="0" dirty="0" smtClean="0"/>
            </a:lvl1pPr>
            <a:lvl2pPr>
              <a:lnSpc>
                <a:spcPct val="114000"/>
              </a:lnSpc>
              <a:defRPr lang="de-DE" sz="1400" noProof="0" dirty="0" smtClean="0"/>
            </a:lvl2pPr>
            <a:lvl3pPr>
              <a:defRPr sz="1400" baseline="0"/>
            </a:lvl3pPr>
          </a:lstStyle>
          <a:p>
            <a:pPr lvl="0"/>
            <a:r>
              <a:rPr lang="de-DE" noProof="0" dirty="0"/>
              <a:t>Inhalt durch Klicken bearbeiten</a:t>
            </a:r>
          </a:p>
          <a:p>
            <a:pPr lvl="1"/>
            <a:r>
              <a:rPr lang="de-DE" noProof="0" dirty="0"/>
              <a:t>Zweite Ebene</a:t>
            </a:r>
          </a:p>
          <a:p>
            <a:pPr lvl="2"/>
            <a:r>
              <a:rPr lang="de-DE" noProof="0" dirty="0"/>
              <a:t>Dritte Ebene</a:t>
            </a:r>
          </a:p>
        </p:txBody>
      </p:sp>
      <p:sp useBgFill="1">
        <p:nvSpPr>
          <p:cNvPr id="5" name="Foliennummernplatzhalter 4"/>
          <p:cNvSpPr>
            <a:spLocks noGrp="1"/>
          </p:cNvSpPr>
          <p:nvPr>
            <p:ph type="sldNum" sz="quarter" idx="11"/>
          </p:nvPr>
        </p:nvSpPr>
        <p:spPr/>
        <p:txBody>
          <a:bodyPr/>
          <a:lstStyle/>
          <a:p>
            <a:fld id="{CE58CB1E-F828-4F11-99E0-327109AF9DA4}" type="slidenum">
              <a:rPr lang="de-DE" smtClean="0"/>
              <a:pPr/>
              <a:t>‹#›</a:t>
            </a:fld>
            <a:endParaRPr lang="de-DE" dirty="0"/>
          </a:p>
        </p:txBody>
      </p:sp>
      <p:sp useBgFill="1">
        <p:nvSpPr>
          <p:cNvPr id="7" name="Fußzeilenplatzhalter 6"/>
          <p:cNvSpPr>
            <a:spLocks noGrp="1"/>
          </p:cNvSpPr>
          <p:nvPr>
            <p:ph type="ftr" sz="quarter" idx="12"/>
          </p:nvPr>
        </p:nvSpPr>
        <p:spPr/>
        <p:txBody>
          <a:bodyPr/>
          <a:lstStyle/>
          <a:p>
            <a:r>
              <a:rPr lang="de-DE" dirty="0"/>
              <a:t>Dr. rer. nat. Erika Mustermann (TUM) | kann beliebig erweitert werden | Infos mit Strich trennen</a:t>
            </a:r>
            <a:endParaRPr lang="en-US" dirty="0"/>
          </a:p>
        </p:txBody>
      </p:sp>
      <p:sp>
        <p:nvSpPr>
          <p:cNvPr id="11" name="Titel 1">
            <a:extLst>
              <a:ext uri="{FF2B5EF4-FFF2-40B4-BE49-F238E27FC236}">
                <a16:creationId xmlns:a16="http://schemas.microsoft.com/office/drawing/2014/main" id="{CBB05561-73C4-4A74-972B-036FE30803A1}"/>
              </a:ext>
            </a:extLst>
          </p:cNvPr>
          <p:cNvSpPr>
            <a:spLocks noGrp="1"/>
          </p:cNvSpPr>
          <p:nvPr>
            <p:ph type="title" hasCustomPrompt="1"/>
          </p:nvPr>
        </p:nvSpPr>
        <p:spPr>
          <a:xfrm>
            <a:off x="311162" y="293460"/>
            <a:ext cx="8508999" cy="380810"/>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2500" noProof="0" dirty="0">
                <a:solidFill>
                  <a:schemeClr val="tx1"/>
                </a:solidFill>
              </a:defRPr>
            </a:lvl1pPr>
          </a:lstStyle>
          <a:p>
            <a:pPr lvl="0"/>
            <a:r>
              <a:rPr lang="de-DE" noProof="0" dirty="0"/>
              <a:t>Titel durch Klicken bearbeiten</a:t>
            </a:r>
          </a:p>
        </p:txBody>
      </p:sp>
      <p:sp>
        <p:nvSpPr>
          <p:cNvPr id="2" name="Text Placeholder 18">
            <a:extLst>
              <a:ext uri="{FF2B5EF4-FFF2-40B4-BE49-F238E27FC236}">
                <a16:creationId xmlns:a16="http://schemas.microsoft.com/office/drawing/2014/main" id="{293133E1-5289-7056-E483-775294333E78}"/>
              </a:ext>
            </a:extLst>
          </p:cNvPr>
          <p:cNvSpPr>
            <a:spLocks noGrp="1"/>
          </p:cNvSpPr>
          <p:nvPr>
            <p:ph type="body" sz="quarter" idx="14" hasCustomPrompt="1"/>
          </p:nvPr>
        </p:nvSpPr>
        <p:spPr>
          <a:xfrm>
            <a:off x="311161" y="684430"/>
            <a:ext cx="8508999" cy="321410"/>
          </a:xfrm>
          <a:prstGeom prst="rect">
            <a:avLst/>
          </a:prstGeom>
        </p:spPr>
        <p:txBody>
          <a:bodyPr lIns="0" tIns="93600" rIns="0" bIns="0"/>
          <a:lstStyle>
            <a:lvl1pPr marL="0" marR="0" indent="0" algn="l" defTabSz="914400" rtl="0" eaLnBrk="0" fontAlgn="base" latinLnBrk="0" hangingPunct="0">
              <a:lnSpc>
                <a:spcPts val="1800"/>
              </a:lnSpc>
              <a:spcBef>
                <a:spcPts val="600"/>
              </a:spcBef>
              <a:spcAft>
                <a:spcPct val="0"/>
              </a:spcAft>
              <a:buClrTx/>
              <a:buSzTx/>
              <a:buFontTx/>
              <a:buNone/>
              <a:tabLst/>
              <a:defRPr sz="1800">
                <a:solidFill>
                  <a:schemeClr val="bg2"/>
                </a:solidFill>
                <a:latin typeface="+mj-lt"/>
              </a:defRPr>
            </a:lvl1pPr>
            <a:lvl2pPr marL="0" indent="0">
              <a:buNone/>
              <a:defRPr/>
            </a:lvl2pPr>
            <a:lvl3pPr marL="176213" indent="0">
              <a:buNone/>
              <a:defRPr/>
            </a:lvl3pPr>
            <a:lvl4pPr marL="360363" indent="0">
              <a:buNone/>
              <a:defRPr/>
            </a:lvl4pPr>
            <a:lvl5pPr marL="538162" indent="0">
              <a:buNone/>
              <a:defRPr/>
            </a:lvl5pPr>
          </a:lstStyle>
          <a:p>
            <a:pPr marL="0" marR="0" lvl="0" indent="0" algn="l" defTabSz="914400" rtl="0" eaLnBrk="0" fontAlgn="base" latinLnBrk="0" hangingPunct="0">
              <a:lnSpc>
                <a:spcPts val="1800"/>
              </a:lnSpc>
              <a:spcBef>
                <a:spcPts val="0"/>
              </a:spcBef>
              <a:spcAft>
                <a:spcPct val="0"/>
              </a:spcAft>
              <a:buClrTx/>
              <a:buSzTx/>
              <a:buFontTx/>
              <a:buNone/>
              <a:tabLst/>
              <a:defRPr/>
            </a:pPr>
            <a:r>
              <a:rPr lang="de-DE" altLang="zh-CN" sz="1800" noProof="0" dirty="0"/>
              <a:t>Untert</a:t>
            </a:r>
            <a:r>
              <a:rPr lang="de-DE" sz="1800" noProof="0" dirty="0"/>
              <a:t>itel durch Klicken bearbeiten</a:t>
            </a:r>
          </a:p>
          <a:p>
            <a:pPr lvl="0"/>
            <a:endParaRPr lang="en-US" dirty="0"/>
          </a:p>
        </p:txBody>
      </p:sp>
    </p:spTree>
    <p:extLst>
      <p:ext uri="{BB962C8B-B14F-4D97-AF65-F5344CB8AC3E}">
        <p14:creationId xmlns:p14="http://schemas.microsoft.com/office/powerpoint/2010/main" val="185514792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4_Inhalt + Text">
    <p:spTree>
      <p:nvGrpSpPr>
        <p:cNvPr id="1" name=""/>
        <p:cNvGrpSpPr/>
        <p:nvPr/>
      </p:nvGrpSpPr>
      <p:grpSpPr>
        <a:xfrm>
          <a:off x="0" y="0"/>
          <a:ext cx="0" cy="0"/>
          <a:chOff x="0" y="0"/>
          <a:chExt cx="0" cy="0"/>
        </a:xfrm>
      </p:grpSpPr>
      <p:sp useBgFill="1">
        <p:nvSpPr>
          <p:cNvPr id="3" name="Inhaltsplatzhalter 2"/>
          <p:cNvSpPr>
            <a:spLocks noGrp="1"/>
          </p:cNvSpPr>
          <p:nvPr>
            <p:ph idx="1" hasCustomPrompt="1"/>
          </p:nvPr>
        </p:nvSpPr>
        <p:spPr>
          <a:xfrm>
            <a:off x="319090" y="1222525"/>
            <a:ext cx="8508999" cy="3463775"/>
          </a:xfrm>
          <a:prstGeom prst="rect">
            <a:avLst/>
          </a:prstGeom>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sz="1400" noProof="0" dirty="0" smtClean="0"/>
            </a:lvl1pPr>
            <a:lvl2pPr>
              <a:lnSpc>
                <a:spcPct val="114000"/>
              </a:lnSpc>
              <a:defRPr lang="de-DE" sz="1400" noProof="0" dirty="0" smtClean="0"/>
            </a:lvl2pPr>
            <a:lvl3pPr>
              <a:defRPr sz="1400" baseline="0"/>
            </a:lvl3pPr>
          </a:lstStyle>
          <a:p>
            <a:pPr lvl="0"/>
            <a:r>
              <a:rPr lang="de-DE" noProof="0" dirty="0"/>
              <a:t>Inhalt durch Klicken bearbeiten</a:t>
            </a:r>
          </a:p>
          <a:p>
            <a:pPr lvl="1"/>
            <a:r>
              <a:rPr lang="de-DE" noProof="0" dirty="0"/>
              <a:t>Zweite Ebene</a:t>
            </a:r>
          </a:p>
          <a:p>
            <a:pPr lvl="2"/>
            <a:r>
              <a:rPr lang="de-DE" noProof="0" dirty="0"/>
              <a:t>Dritte Ebene</a:t>
            </a:r>
          </a:p>
        </p:txBody>
      </p:sp>
      <p:sp useBgFill="1">
        <p:nvSpPr>
          <p:cNvPr id="5" name="Foliennummernplatzhalter 4"/>
          <p:cNvSpPr>
            <a:spLocks noGrp="1"/>
          </p:cNvSpPr>
          <p:nvPr>
            <p:ph type="sldNum" sz="quarter" idx="11"/>
          </p:nvPr>
        </p:nvSpPr>
        <p:spPr/>
        <p:txBody>
          <a:bodyPr/>
          <a:lstStyle/>
          <a:p>
            <a:fld id="{CE58CB1E-F828-4F11-99E0-327109AF9DA4}" type="slidenum">
              <a:rPr lang="de-DE" smtClean="0"/>
              <a:pPr/>
              <a:t>‹#›</a:t>
            </a:fld>
            <a:endParaRPr lang="de-DE" dirty="0"/>
          </a:p>
        </p:txBody>
      </p:sp>
      <p:sp useBgFill="1">
        <p:nvSpPr>
          <p:cNvPr id="7" name="Fußzeilenplatzhalter 6"/>
          <p:cNvSpPr>
            <a:spLocks noGrp="1"/>
          </p:cNvSpPr>
          <p:nvPr>
            <p:ph type="ftr" sz="quarter" idx="12"/>
          </p:nvPr>
        </p:nvSpPr>
        <p:spPr/>
        <p:txBody>
          <a:bodyPr/>
          <a:lstStyle/>
          <a:p>
            <a:r>
              <a:rPr lang="de-DE" dirty="0"/>
              <a:t>Dr. rer. nat. Erika Mustermann (TUM) | kann beliebig erweitert werden | Infos mit Strich trennen</a:t>
            </a:r>
            <a:endParaRPr lang="en-US" dirty="0"/>
          </a:p>
        </p:txBody>
      </p:sp>
      <p:sp>
        <p:nvSpPr>
          <p:cNvPr id="11" name="Titel 1">
            <a:extLst>
              <a:ext uri="{FF2B5EF4-FFF2-40B4-BE49-F238E27FC236}">
                <a16:creationId xmlns:a16="http://schemas.microsoft.com/office/drawing/2014/main" id="{CBB05561-73C4-4A74-972B-036FE30803A1}"/>
              </a:ext>
            </a:extLst>
          </p:cNvPr>
          <p:cNvSpPr>
            <a:spLocks noGrp="1"/>
          </p:cNvSpPr>
          <p:nvPr>
            <p:ph type="title" hasCustomPrompt="1"/>
          </p:nvPr>
        </p:nvSpPr>
        <p:spPr>
          <a:xfrm>
            <a:off x="311162" y="293460"/>
            <a:ext cx="8508999" cy="380810"/>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2500" noProof="0" dirty="0">
                <a:solidFill>
                  <a:schemeClr val="tx1"/>
                </a:solidFill>
              </a:defRPr>
            </a:lvl1pPr>
          </a:lstStyle>
          <a:p>
            <a:pPr lvl="0"/>
            <a:r>
              <a:rPr lang="de-DE" noProof="0" dirty="0"/>
              <a:t>Titel durch Klicken bearbeiten</a:t>
            </a:r>
          </a:p>
        </p:txBody>
      </p:sp>
    </p:spTree>
    <p:extLst>
      <p:ext uri="{BB962C8B-B14F-4D97-AF65-F5344CB8AC3E}">
        <p14:creationId xmlns:p14="http://schemas.microsoft.com/office/powerpoint/2010/main" val="244030576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zwei Inhalte">
    <p:spTree>
      <p:nvGrpSpPr>
        <p:cNvPr id="1" name=""/>
        <p:cNvGrpSpPr/>
        <p:nvPr/>
      </p:nvGrpSpPr>
      <p:grpSpPr>
        <a:xfrm>
          <a:off x="0" y="0"/>
          <a:ext cx="0" cy="0"/>
          <a:chOff x="0" y="0"/>
          <a:chExt cx="0" cy="0"/>
        </a:xfrm>
      </p:grpSpPr>
      <p:sp>
        <p:nvSpPr>
          <p:cNvPr id="11" name="Inhaltsplatzhalter 2"/>
          <p:cNvSpPr>
            <a:spLocks noGrp="1"/>
          </p:cNvSpPr>
          <p:nvPr>
            <p:ph idx="14" hasCustomPrompt="1"/>
          </p:nvPr>
        </p:nvSpPr>
        <p:spPr>
          <a:xfrm>
            <a:off x="311162" y="1222524"/>
            <a:ext cx="4180910" cy="3475102"/>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sz="1400" noProof="0" dirty="0" smtClean="0"/>
            </a:lvl1pPr>
            <a:lvl2pPr>
              <a:lnSpc>
                <a:spcPct val="114000"/>
              </a:lnSpc>
              <a:defRPr lang="de-DE" sz="1400" noProof="0" dirty="0" smtClean="0"/>
            </a:lvl2pPr>
            <a:lvl3pPr>
              <a:defRPr sz="1400" baseline="0"/>
            </a:lvl3pPr>
          </a:lstStyle>
          <a:p>
            <a:pPr lvl="0"/>
            <a:r>
              <a:rPr lang="de-DE" noProof="0" dirty="0"/>
              <a:t>Inhalt durch Klicken bearbeiten</a:t>
            </a:r>
          </a:p>
          <a:p>
            <a:pPr lvl="1"/>
            <a:r>
              <a:rPr lang="de-DE" noProof="0" dirty="0"/>
              <a:t>Zweite Ebene</a:t>
            </a:r>
          </a:p>
          <a:p>
            <a:pPr lvl="2"/>
            <a:r>
              <a:rPr lang="de-DE" noProof="0" dirty="0"/>
              <a:t>Dritte Ebene</a:t>
            </a:r>
          </a:p>
        </p:txBody>
      </p:sp>
      <p:sp>
        <p:nvSpPr>
          <p:cNvPr id="13" name="Inhaltsplatzhalter 2"/>
          <p:cNvSpPr>
            <a:spLocks noGrp="1"/>
          </p:cNvSpPr>
          <p:nvPr>
            <p:ph idx="15" hasCustomPrompt="1"/>
          </p:nvPr>
        </p:nvSpPr>
        <p:spPr>
          <a:xfrm>
            <a:off x="4647179" y="1222524"/>
            <a:ext cx="4180910" cy="3475102"/>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sz="1400" noProof="0" dirty="0" smtClean="0"/>
            </a:lvl1pPr>
            <a:lvl2pPr>
              <a:lnSpc>
                <a:spcPct val="114000"/>
              </a:lnSpc>
              <a:defRPr lang="de-DE" sz="1400" noProof="0" dirty="0" smtClean="0"/>
            </a:lvl2pPr>
            <a:lvl3pPr>
              <a:defRPr sz="1400" baseline="0"/>
            </a:lvl3pPr>
          </a:lstStyle>
          <a:p>
            <a:pPr lvl="0"/>
            <a:r>
              <a:rPr lang="de-DE" noProof="0" dirty="0"/>
              <a:t>Inhalt durch Klicken bearbeiten</a:t>
            </a:r>
          </a:p>
          <a:p>
            <a:pPr lvl="1"/>
            <a:r>
              <a:rPr lang="de-DE" noProof="0" dirty="0"/>
              <a:t>Zweite Ebene</a:t>
            </a:r>
          </a:p>
          <a:p>
            <a:pPr lvl="2"/>
            <a:r>
              <a:rPr lang="de-DE" noProof="0" dirty="0"/>
              <a:t>Dritte Ebene</a:t>
            </a:r>
          </a:p>
        </p:txBody>
      </p:sp>
      <p:sp>
        <p:nvSpPr>
          <p:cNvPr id="6" name="Foliennummernplatzhalter 5"/>
          <p:cNvSpPr>
            <a:spLocks noGrp="1"/>
          </p:cNvSpPr>
          <p:nvPr>
            <p:ph type="sldNum" sz="quarter" idx="16"/>
          </p:nvPr>
        </p:nvSpPr>
        <p:spPr/>
        <p:txBody>
          <a:bodyPr/>
          <a:lstStyle/>
          <a:p>
            <a:fld id="{CE58CB1E-F828-4F11-99E0-327109AF9DA4}" type="slidenum">
              <a:rPr lang="de-DE" smtClean="0"/>
              <a:pPr/>
              <a:t>‹#›</a:t>
            </a:fld>
            <a:endParaRPr lang="de-DE" dirty="0"/>
          </a:p>
        </p:txBody>
      </p:sp>
      <p:sp>
        <p:nvSpPr>
          <p:cNvPr id="8" name="Fußzeilenplatzhalter 7"/>
          <p:cNvSpPr>
            <a:spLocks noGrp="1"/>
          </p:cNvSpPr>
          <p:nvPr>
            <p:ph type="ftr" sz="quarter" idx="17"/>
          </p:nvPr>
        </p:nvSpPr>
        <p:spPr/>
        <p:txBody>
          <a:bodyPr/>
          <a:lstStyle/>
          <a:p>
            <a:r>
              <a:rPr lang="de-DE" dirty="0"/>
              <a:t>Dr. rer. nat. Erika Mustermann (TUM) | kann beliebig erweitert werden | Infos mit Strich trennen</a:t>
            </a:r>
            <a:endParaRPr lang="en-US" dirty="0"/>
          </a:p>
        </p:txBody>
      </p:sp>
      <p:sp>
        <p:nvSpPr>
          <p:cNvPr id="7" name="Titel 1">
            <a:extLst>
              <a:ext uri="{FF2B5EF4-FFF2-40B4-BE49-F238E27FC236}">
                <a16:creationId xmlns:a16="http://schemas.microsoft.com/office/drawing/2014/main" id="{C820FC66-B1DF-47A9-8103-CDCC8883639F}"/>
              </a:ext>
            </a:extLst>
          </p:cNvPr>
          <p:cNvSpPr>
            <a:spLocks noGrp="1"/>
          </p:cNvSpPr>
          <p:nvPr>
            <p:ph type="title" hasCustomPrompt="1"/>
          </p:nvPr>
        </p:nvSpPr>
        <p:spPr>
          <a:xfrm>
            <a:off x="311162" y="293460"/>
            <a:ext cx="8508999" cy="380810"/>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2500" noProof="0" dirty="0">
                <a:solidFill>
                  <a:schemeClr val="tx1"/>
                </a:solidFill>
              </a:defRPr>
            </a:lvl1pPr>
          </a:lstStyle>
          <a:p>
            <a:pPr lvl="0"/>
            <a:r>
              <a:rPr lang="de-DE" noProof="0" dirty="0"/>
              <a:t>Titel durch Klicken bearbeiten</a:t>
            </a:r>
          </a:p>
        </p:txBody>
      </p:sp>
      <p:sp>
        <p:nvSpPr>
          <p:cNvPr id="2" name="Text Placeholder 18">
            <a:extLst>
              <a:ext uri="{FF2B5EF4-FFF2-40B4-BE49-F238E27FC236}">
                <a16:creationId xmlns:a16="http://schemas.microsoft.com/office/drawing/2014/main" id="{E9EB89DB-0FCB-44DF-1F96-9A2EDDD7D265}"/>
              </a:ext>
            </a:extLst>
          </p:cNvPr>
          <p:cNvSpPr>
            <a:spLocks noGrp="1"/>
          </p:cNvSpPr>
          <p:nvPr>
            <p:ph type="body" sz="quarter" idx="18" hasCustomPrompt="1"/>
          </p:nvPr>
        </p:nvSpPr>
        <p:spPr>
          <a:xfrm>
            <a:off x="311161" y="684430"/>
            <a:ext cx="8508999" cy="321410"/>
          </a:xfrm>
          <a:prstGeom prst="rect">
            <a:avLst/>
          </a:prstGeom>
        </p:spPr>
        <p:txBody>
          <a:bodyPr lIns="0" tIns="93600" rIns="0" bIns="0"/>
          <a:lstStyle>
            <a:lvl1pPr marL="0" marR="0" indent="0" algn="l" defTabSz="914400" rtl="0" eaLnBrk="0" fontAlgn="base" latinLnBrk="0" hangingPunct="0">
              <a:lnSpc>
                <a:spcPts val="1800"/>
              </a:lnSpc>
              <a:spcBef>
                <a:spcPts val="600"/>
              </a:spcBef>
              <a:spcAft>
                <a:spcPct val="0"/>
              </a:spcAft>
              <a:buClrTx/>
              <a:buSzTx/>
              <a:buFontTx/>
              <a:buNone/>
              <a:tabLst/>
              <a:defRPr sz="1800">
                <a:solidFill>
                  <a:schemeClr val="bg2"/>
                </a:solidFill>
                <a:latin typeface="+mj-lt"/>
              </a:defRPr>
            </a:lvl1pPr>
            <a:lvl2pPr marL="0" indent="0">
              <a:buNone/>
              <a:defRPr/>
            </a:lvl2pPr>
            <a:lvl3pPr marL="176213" indent="0">
              <a:buNone/>
              <a:defRPr/>
            </a:lvl3pPr>
            <a:lvl4pPr marL="360363" indent="0">
              <a:buNone/>
              <a:defRPr/>
            </a:lvl4pPr>
            <a:lvl5pPr marL="538162" indent="0">
              <a:buNone/>
              <a:defRPr/>
            </a:lvl5pPr>
          </a:lstStyle>
          <a:p>
            <a:pPr marL="0" marR="0" lvl="0" indent="0" algn="l" defTabSz="914400" rtl="0" eaLnBrk="0" fontAlgn="base" latinLnBrk="0" hangingPunct="0">
              <a:lnSpc>
                <a:spcPts val="1800"/>
              </a:lnSpc>
              <a:spcBef>
                <a:spcPts val="0"/>
              </a:spcBef>
              <a:spcAft>
                <a:spcPct val="0"/>
              </a:spcAft>
              <a:buClrTx/>
              <a:buSzTx/>
              <a:buFontTx/>
              <a:buNone/>
              <a:tabLst/>
              <a:defRPr/>
            </a:pPr>
            <a:r>
              <a:rPr lang="de-DE" altLang="zh-CN" sz="1800" noProof="0" dirty="0"/>
              <a:t>Untert</a:t>
            </a:r>
            <a:r>
              <a:rPr lang="de-DE" sz="1800" noProof="0" dirty="0"/>
              <a:t>itel durch Klicken bearbeiten</a:t>
            </a:r>
          </a:p>
          <a:p>
            <a:pPr lvl="0"/>
            <a:endParaRPr lang="en-US" dirty="0"/>
          </a:p>
        </p:txBody>
      </p:sp>
    </p:spTree>
    <p:extLst>
      <p:ext uri="{BB962C8B-B14F-4D97-AF65-F5344CB8AC3E}">
        <p14:creationId xmlns:p14="http://schemas.microsoft.com/office/powerpoint/2010/main" val="346290140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zwei Inhalte">
    <p:spTree>
      <p:nvGrpSpPr>
        <p:cNvPr id="1" name=""/>
        <p:cNvGrpSpPr/>
        <p:nvPr/>
      </p:nvGrpSpPr>
      <p:grpSpPr>
        <a:xfrm>
          <a:off x="0" y="0"/>
          <a:ext cx="0" cy="0"/>
          <a:chOff x="0" y="0"/>
          <a:chExt cx="0" cy="0"/>
        </a:xfrm>
      </p:grpSpPr>
      <p:sp>
        <p:nvSpPr>
          <p:cNvPr id="11" name="Inhaltsplatzhalter 2"/>
          <p:cNvSpPr>
            <a:spLocks noGrp="1"/>
          </p:cNvSpPr>
          <p:nvPr>
            <p:ph idx="14" hasCustomPrompt="1"/>
          </p:nvPr>
        </p:nvSpPr>
        <p:spPr>
          <a:xfrm>
            <a:off x="311162" y="1222524"/>
            <a:ext cx="4180910" cy="3475102"/>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sz="1400" noProof="0" dirty="0" smtClean="0"/>
            </a:lvl1pPr>
            <a:lvl2pPr>
              <a:lnSpc>
                <a:spcPct val="114000"/>
              </a:lnSpc>
              <a:defRPr lang="de-DE" sz="1400" noProof="0" dirty="0" smtClean="0"/>
            </a:lvl2pPr>
            <a:lvl3pPr>
              <a:defRPr sz="1400" baseline="0"/>
            </a:lvl3pPr>
          </a:lstStyle>
          <a:p>
            <a:pPr lvl="0"/>
            <a:r>
              <a:rPr lang="de-DE" noProof="0" dirty="0"/>
              <a:t>Inhalt durch Klicken bearbeiten</a:t>
            </a:r>
          </a:p>
          <a:p>
            <a:pPr lvl="1"/>
            <a:r>
              <a:rPr lang="de-DE" noProof="0" dirty="0"/>
              <a:t>Zweite Ebene</a:t>
            </a:r>
          </a:p>
          <a:p>
            <a:pPr lvl="2"/>
            <a:r>
              <a:rPr lang="de-DE" noProof="0" dirty="0"/>
              <a:t>Dritte Ebene</a:t>
            </a:r>
          </a:p>
        </p:txBody>
      </p:sp>
      <p:sp>
        <p:nvSpPr>
          <p:cNvPr id="13" name="Inhaltsplatzhalter 2"/>
          <p:cNvSpPr>
            <a:spLocks noGrp="1"/>
          </p:cNvSpPr>
          <p:nvPr>
            <p:ph idx="15" hasCustomPrompt="1"/>
          </p:nvPr>
        </p:nvSpPr>
        <p:spPr>
          <a:xfrm>
            <a:off x="4647179" y="1222524"/>
            <a:ext cx="4180910" cy="3475102"/>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sz="1400" noProof="0" dirty="0" smtClean="0"/>
            </a:lvl1pPr>
            <a:lvl2pPr>
              <a:lnSpc>
                <a:spcPct val="114000"/>
              </a:lnSpc>
              <a:defRPr lang="de-DE" sz="1400" noProof="0" dirty="0" smtClean="0"/>
            </a:lvl2pPr>
            <a:lvl3pPr>
              <a:defRPr sz="1400" baseline="0"/>
            </a:lvl3pPr>
          </a:lstStyle>
          <a:p>
            <a:pPr lvl="0"/>
            <a:r>
              <a:rPr lang="de-DE" noProof="0" dirty="0"/>
              <a:t>Inhalt durch Klicken bearbeiten</a:t>
            </a:r>
          </a:p>
          <a:p>
            <a:pPr lvl="1"/>
            <a:r>
              <a:rPr lang="de-DE" noProof="0" dirty="0"/>
              <a:t>Zweite Ebene</a:t>
            </a:r>
          </a:p>
          <a:p>
            <a:pPr lvl="2"/>
            <a:r>
              <a:rPr lang="de-DE" noProof="0" dirty="0"/>
              <a:t>Dritte Ebene</a:t>
            </a:r>
          </a:p>
        </p:txBody>
      </p:sp>
      <p:sp>
        <p:nvSpPr>
          <p:cNvPr id="6" name="Foliennummernplatzhalter 5"/>
          <p:cNvSpPr>
            <a:spLocks noGrp="1"/>
          </p:cNvSpPr>
          <p:nvPr>
            <p:ph type="sldNum" sz="quarter" idx="16"/>
          </p:nvPr>
        </p:nvSpPr>
        <p:spPr/>
        <p:txBody>
          <a:bodyPr/>
          <a:lstStyle/>
          <a:p>
            <a:fld id="{CE58CB1E-F828-4F11-99E0-327109AF9DA4}" type="slidenum">
              <a:rPr lang="de-DE" smtClean="0"/>
              <a:pPr/>
              <a:t>‹#›</a:t>
            </a:fld>
            <a:endParaRPr lang="de-DE" dirty="0"/>
          </a:p>
        </p:txBody>
      </p:sp>
      <p:sp>
        <p:nvSpPr>
          <p:cNvPr id="8" name="Fußzeilenplatzhalter 7"/>
          <p:cNvSpPr>
            <a:spLocks noGrp="1"/>
          </p:cNvSpPr>
          <p:nvPr>
            <p:ph type="ftr" sz="quarter" idx="17"/>
          </p:nvPr>
        </p:nvSpPr>
        <p:spPr/>
        <p:txBody>
          <a:bodyPr/>
          <a:lstStyle/>
          <a:p>
            <a:r>
              <a:rPr lang="de-DE" dirty="0"/>
              <a:t>Dr. rer. nat. Erika Mustermann (TUM) | kann beliebig erweitert werden | Infos mit Strich trennen</a:t>
            </a:r>
            <a:endParaRPr lang="en-US" dirty="0"/>
          </a:p>
        </p:txBody>
      </p:sp>
      <p:sp>
        <p:nvSpPr>
          <p:cNvPr id="7" name="Titel 1">
            <a:extLst>
              <a:ext uri="{FF2B5EF4-FFF2-40B4-BE49-F238E27FC236}">
                <a16:creationId xmlns:a16="http://schemas.microsoft.com/office/drawing/2014/main" id="{C820FC66-B1DF-47A9-8103-CDCC8883639F}"/>
              </a:ext>
            </a:extLst>
          </p:cNvPr>
          <p:cNvSpPr>
            <a:spLocks noGrp="1"/>
          </p:cNvSpPr>
          <p:nvPr>
            <p:ph type="title" hasCustomPrompt="1"/>
          </p:nvPr>
        </p:nvSpPr>
        <p:spPr>
          <a:xfrm>
            <a:off x="311162" y="293460"/>
            <a:ext cx="8508999" cy="380810"/>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2500" noProof="0" dirty="0">
                <a:solidFill>
                  <a:schemeClr val="tx1"/>
                </a:solidFill>
              </a:defRPr>
            </a:lvl1pPr>
          </a:lstStyle>
          <a:p>
            <a:pPr lvl="0"/>
            <a:r>
              <a:rPr lang="de-DE" noProof="0" dirty="0"/>
              <a:t>Titel durch Klicken bearbeiten</a:t>
            </a:r>
          </a:p>
        </p:txBody>
      </p:sp>
    </p:spTree>
    <p:extLst>
      <p:ext uri="{BB962C8B-B14F-4D97-AF65-F5344CB8AC3E}">
        <p14:creationId xmlns:p14="http://schemas.microsoft.com/office/powerpoint/2010/main" val="200684672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Zwei Inhalte + Text">
    <p:spTree>
      <p:nvGrpSpPr>
        <p:cNvPr id="1" name=""/>
        <p:cNvGrpSpPr/>
        <p:nvPr/>
      </p:nvGrpSpPr>
      <p:grpSpPr>
        <a:xfrm>
          <a:off x="0" y="0"/>
          <a:ext cx="0" cy="0"/>
          <a:chOff x="0" y="0"/>
          <a:chExt cx="0" cy="0"/>
        </a:xfrm>
      </p:grpSpPr>
      <p:sp>
        <p:nvSpPr>
          <p:cNvPr id="18" name="Textplatzhalter 7"/>
          <p:cNvSpPr>
            <a:spLocks noGrp="1"/>
          </p:cNvSpPr>
          <p:nvPr>
            <p:ph type="body" sz="quarter" idx="13" hasCustomPrompt="1"/>
          </p:nvPr>
        </p:nvSpPr>
        <p:spPr>
          <a:xfrm>
            <a:off x="319090" y="1222524"/>
            <a:ext cx="8508999" cy="495780"/>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sz="1400" noProof="0" dirty="0" smtClean="0"/>
            </a:lvl1pPr>
          </a:lstStyle>
          <a:p>
            <a:pPr lvl="0"/>
            <a:r>
              <a:rPr lang="de-DE" noProof="0" dirty="0"/>
              <a:t>Inhalt durch Klicken bearbeiten</a:t>
            </a:r>
          </a:p>
        </p:txBody>
      </p:sp>
      <p:sp>
        <p:nvSpPr>
          <p:cNvPr id="7" name="Foliennummernplatzhalter 6"/>
          <p:cNvSpPr>
            <a:spLocks noGrp="1"/>
          </p:cNvSpPr>
          <p:nvPr>
            <p:ph type="sldNum" sz="quarter" idx="15"/>
          </p:nvPr>
        </p:nvSpPr>
        <p:spPr/>
        <p:txBody>
          <a:bodyPr/>
          <a:lstStyle/>
          <a:p>
            <a:fld id="{CE58CB1E-F828-4F11-99E0-327109AF9DA4}" type="slidenum">
              <a:rPr lang="de-DE" smtClean="0"/>
              <a:pPr/>
              <a:t>‹#›</a:t>
            </a:fld>
            <a:endParaRPr lang="de-DE" dirty="0"/>
          </a:p>
        </p:txBody>
      </p:sp>
      <p:sp>
        <p:nvSpPr>
          <p:cNvPr id="12" name="Fußzeilenplatzhalter 11"/>
          <p:cNvSpPr>
            <a:spLocks noGrp="1"/>
          </p:cNvSpPr>
          <p:nvPr>
            <p:ph type="ftr" sz="quarter" idx="16"/>
          </p:nvPr>
        </p:nvSpPr>
        <p:spPr/>
        <p:txBody>
          <a:bodyPr/>
          <a:lstStyle/>
          <a:p>
            <a:r>
              <a:rPr lang="de-DE" dirty="0"/>
              <a:t>Dr. rer. nat. Erika Mustermann (TUM) | kann beliebig erweitert werden | Infos mit Strich trennen</a:t>
            </a:r>
            <a:endParaRPr lang="de-DE" noProof="0" dirty="0"/>
          </a:p>
        </p:txBody>
      </p:sp>
      <p:sp>
        <p:nvSpPr>
          <p:cNvPr id="8" name="Inhaltsplatzhalter 9"/>
          <p:cNvSpPr>
            <a:spLocks noGrp="1"/>
          </p:cNvSpPr>
          <p:nvPr>
            <p:ph sz="quarter" idx="18"/>
          </p:nvPr>
        </p:nvSpPr>
        <p:spPr>
          <a:xfrm>
            <a:off x="316992" y="1771076"/>
            <a:ext cx="4188333" cy="2924750"/>
          </a:xfrm>
          <a:prstGeom prst="rect">
            <a:avLst/>
          </a:prstGeom>
        </p:spPr>
        <p:txBody>
          <a:bodyPr lIns="0" rIns="0"/>
          <a:lstStyle>
            <a:lvl1pPr>
              <a:defRPr lang="de-DE" sz="1400" kern="1200" noProof="0" dirty="0" smtClean="0">
                <a:solidFill>
                  <a:schemeClr val="tx1"/>
                </a:solidFill>
                <a:latin typeface="+mn-lt"/>
                <a:ea typeface="+mn-ea"/>
                <a:cs typeface="+mn-cs"/>
              </a:defRPr>
            </a:lvl1pPr>
            <a:lvl2pPr>
              <a:defRPr sz="1400"/>
            </a:lvl2pPr>
            <a:lvl3pPr>
              <a:defRPr sz="1400" baseline="0"/>
            </a:lvl3pPr>
          </a:lstStyle>
          <a:p>
            <a:pPr lvl="0"/>
            <a:r>
              <a:rPr lang="de-DE" dirty="0"/>
              <a:t>Textmasterformate durch Klicken bearbeiten</a:t>
            </a:r>
          </a:p>
          <a:p>
            <a:pPr lvl="1"/>
            <a:r>
              <a:rPr lang="de-DE" dirty="0"/>
              <a:t>Zweite Ebene</a:t>
            </a:r>
          </a:p>
          <a:p>
            <a:pPr lvl="2"/>
            <a:r>
              <a:rPr lang="de-DE" dirty="0"/>
              <a:t>Dritte Ebene</a:t>
            </a:r>
          </a:p>
        </p:txBody>
      </p:sp>
      <p:sp>
        <p:nvSpPr>
          <p:cNvPr id="11" name="Bildplatzhalter 2"/>
          <p:cNvSpPr>
            <a:spLocks noGrp="1"/>
          </p:cNvSpPr>
          <p:nvPr>
            <p:ph type="pic" sz="quarter" idx="14" hasCustomPrompt="1"/>
          </p:nvPr>
        </p:nvSpPr>
        <p:spPr>
          <a:xfrm>
            <a:off x="4638677" y="1771077"/>
            <a:ext cx="4180392" cy="2924750"/>
          </a:xfrm>
          <a:prstGeom prst="rect">
            <a:avLst/>
          </a:prstGeom>
        </p:spPr>
        <p:txBody>
          <a:bodyPr/>
          <a:lstStyle>
            <a:lvl1pPr>
              <a:lnSpc>
                <a:spcPct val="114000"/>
              </a:lnSpc>
              <a:defRPr sz="1400"/>
            </a:lvl1pPr>
          </a:lstStyle>
          <a:p>
            <a:endParaRPr lang="de-DE" dirty="0"/>
          </a:p>
        </p:txBody>
      </p:sp>
      <p:sp>
        <p:nvSpPr>
          <p:cNvPr id="15" name="Titel 1">
            <a:extLst>
              <a:ext uri="{FF2B5EF4-FFF2-40B4-BE49-F238E27FC236}">
                <a16:creationId xmlns:a16="http://schemas.microsoft.com/office/drawing/2014/main" id="{82BEFDB1-C0BE-4875-BD7E-86FDD31F7CD3}"/>
              </a:ext>
            </a:extLst>
          </p:cNvPr>
          <p:cNvSpPr>
            <a:spLocks noGrp="1"/>
          </p:cNvSpPr>
          <p:nvPr>
            <p:ph type="title" hasCustomPrompt="1"/>
          </p:nvPr>
        </p:nvSpPr>
        <p:spPr>
          <a:xfrm>
            <a:off x="311162" y="293460"/>
            <a:ext cx="8508999" cy="380810"/>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2500" noProof="0" dirty="0">
                <a:solidFill>
                  <a:schemeClr val="tx1"/>
                </a:solidFill>
              </a:defRPr>
            </a:lvl1pPr>
          </a:lstStyle>
          <a:p>
            <a:pPr lvl="0"/>
            <a:r>
              <a:rPr lang="de-DE" noProof="0" dirty="0"/>
              <a:t>Titel durch Klicken bearbeiten</a:t>
            </a:r>
          </a:p>
        </p:txBody>
      </p:sp>
      <p:sp>
        <p:nvSpPr>
          <p:cNvPr id="2" name="Text Placeholder 18">
            <a:extLst>
              <a:ext uri="{FF2B5EF4-FFF2-40B4-BE49-F238E27FC236}">
                <a16:creationId xmlns:a16="http://schemas.microsoft.com/office/drawing/2014/main" id="{9AEF4677-339F-8CA2-B0ED-473D9EA817FC}"/>
              </a:ext>
            </a:extLst>
          </p:cNvPr>
          <p:cNvSpPr>
            <a:spLocks noGrp="1"/>
          </p:cNvSpPr>
          <p:nvPr>
            <p:ph type="body" sz="quarter" idx="19" hasCustomPrompt="1"/>
          </p:nvPr>
        </p:nvSpPr>
        <p:spPr>
          <a:xfrm>
            <a:off x="311161" y="684430"/>
            <a:ext cx="8508999" cy="321410"/>
          </a:xfrm>
          <a:prstGeom prst="rect">
            <a:avLst/>
          </a:prstGeom>
        </p:spPr>
        <p:txBody>
          <a:bodyPr lIns="0" tIns="93600" rIns="0" bIns="0"/>
          <a:lstStyle>
            <a:lvl1pPr marL="0" marR="0" indent="0" algn="l" defTabSz="914400" rtl="0" eaLnBrk="0" fontAlgn="base" latinLnBrk="0" hangingPunct="0">
              <a:lnSpc>
                <a:spcPts val="1800"/>
              </a:lnSpc>
              <a:spcBef>
                <a:spcPts val="600"/>
              </a:spcBef>
              <a:spcAft>
                <a:spcPct val="0"/>
              </a:spcAft>
              <a:buClrTx/>
              <a:buSzTx/>
              <a:buFontTx/>
              <a:buNone/>
              <a:tabLst/>
              <a:defRPr sz="1800">
                <a:solidFill>
                  <a:schemeClr val="bg2"/>
                </a:solidFill>
                <a:latin typeface="+mj-lt"/>
              </a:defRPr>
            </a:lvl1pPr>
            <a:lvl2pPr marL="0" indent="0">
              <a:buNone/>
              <a:defRPr/>
            </a:lvl2pPr>
            <a:lvl3pPr marL="176213" indent="0">
              <a:buNone/>
              <a:defRPr/>
            </a:lvl3pPr>
            <a:lvl4pPr marL="360363" indent="0">
              <a:buNone/>
              <a:defRPr/>
            </a:lvl4pPr>
            <a:lvl5pPr marL="538162" indent="0">
              <a:buNone/>
              <a:defRPr/>
            </a:lvl5pPr>
          </a:lstStyle>
          <a:p>
            <a:pPr marL="0" marR="0" lvl="0" indent="0" algn="l" defTabSz="914400" rtl="0" eaLnBrk="0" fontAlgn="base" latinLnBrk="0" hangingPunct="0">
              <a:lnSpc>
                <a:spcPts val="1800"/>
              </a:lnSpc>
              <a:spcBef>
                <a:spcPts val="0"/>
              </a:spcBef>
              <a:spcAft>
                <a:spcPct val="0"/>
              </a:spcAft>
              <a:buClrTx/>
              <a:buSzTx/>
              <a:buFontTx/>
              <a:buNone/>
              <a:tabLst/>
              <a:defRPr/>
            </a:pPr>
            <a:r>
              <a:rPr lang="de-DE" altLang="zh-CN" sz="1800" noProof="0" dirty="0"/>
              <a:t>Untert</a:t>
            </a:r>
            <a:r>
              <a:rPr lang="de-DE" sz="1800" noProof="0" dirty="0"/>
              <a:t>itel durch Klicken bearbeiten</a:t>
            </a:r>
          </a:p>
          <a:p>
            <a:pPr lvl="0"/>
            <a:endParaRPr lang="en-US" dirty="0"/>
          </a:p>
        </p:txBody>
      </p:sp>
    </p:spTree>
    <p:extLst>
      <p:ext uri="{BB962C8B-B14F-4D97-AF65-F5344CB8AC3E}">
        <p14:creationId xmlns:p14="http://schemas.microsoft.com/office/powerpoint/2010/main" val="111150819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Zwei Inhalte + Text">
    <p:spTree>
      <p:nvGrpSpPr>
        <p:cNvPr id="1" name=""/>
        <p:cNvGrpSpPr/>
        <p:nvPr/>
      </p:nvGrpSpPr>
      <p:grpSpPr>
        <a:xfrm>
          <a:off x="0" y="0"/>
          <a:ext cx="0" cy="0"/>
          <a:chOff x="0" y="0"/>
          <a:chExt cx="0" cy="0"/>
        </a:xfrm>
      </p:grpSpPr>
      <p:sp>
        <p:nvSpPr>
          <p:cNvPr id="18" name="Textplatzhalter 7"/>
          <p:cNvSpPr>
            <a:spLocks noGrp="1"/>
          </p:cNvSpPr>
          <p:nvPr>
            <p:ph type="body" sz="quarter" idx="13" hasCustomPrompt="1"/>
          </p:nvPr>
        </p:nvSpPr>
        <p:spPr>
          <a:xfrm>
            <a:off x="319090" y="1222524"/>
            <a:ext cx="8508999" cy="495780"/>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sz="1400" noProof="0" dirty="0" smtClean="0"/>
            </a:lvl1pPr>
          </a:lstStyle>
          <a:p>
            <a:pPr lvl="0"/>
            <a:r>
              <a:rPr lang="de-DE" noProof="0" dirty="0"/>
              <a:t>Inhalt durch Klicken bearbeiten</a:t>
            </a:r>
          </a:p>
        </p:txBody>
      </p:sp>
      <p:sp>
        <p:nvSpPr>
          <p:cNvPr id="7" name="Foliennummernplatzhalter 6"/>
          <p:cNvSpPr>
            <a:spLocks noGrp="1"/>
          </p:cNvSpPr>
          <p:nvPr>
            <p:ph type="sldNum" sz="quarter" idx="15"/>
          </p:nvPr>
        </p:nvSpPr>
        <p:spPr/>
        <p:txBody>
          <a:bodyPr/>
          <a:lstStyle/>
          <a:p>
            <a:fld id="{CE58CB1E-F828-4F11-99E0-327109AF9DA4}" type="slidenum">
              <a:rPr lang="de-DE" smtClean="0"/>
              <a:pPr/>
              <a:t>‹#›</a:t>
            </a:fld>
            <a:endParaRPr lang="de-DE" dirty="0"/>
          </a:p>
        </p:txBody>
      </p:sp>
      <p:sp>
        <p:nvSpPr>
          <p:cNvPr id="12" name="Fußzeilenplatzhalter 11"/>
          <p:cNvSpPr>
            <a:spLocks noGrp="1"/>
          </p:cNvSpPr>
          <p:nvPr>
            <p:ph type="ftr" sz="quarter" idx="16"/>
          </p:nvPr>
        </p:nvSpPr>
        <p:spPr/>
        <p:txBody>
          <a:bodyPr/>
          <a:lstStyle/>
          <a:p>
            <a:r>
              <a:rPr lang="de-DE" dirty="0"/>
              <a:t>Dr. rer. nat. Erika Mustermann (TUM) | kann beliebig erweitert werden | Infos mit Strich trennen</a:t>
            </a:r>
            <a:endParaRPr lang="de-DE" noProof="0" dirty="0"/>
          </a:p>
        </p:txBody>
      </p:sp>
      <p:sp>
        <p:nvSpPr>
          <p:cNvPr id="8" name="Inhaltsplatzhalter 9"/>
          <p:cNvSpPr>
            <a:spLocks noGrp="1"/>
          </p:cNvSpPr>
          <p:nvPr>
            <p:ph sz="quarter" idx="18"/>
          </p:nvPr>
        </p:nvSpPr>
        <p:spPr>
          <a:xfrm>
            <a:off x="316992" y="1771076"/>
            <a:ext cx="4188333" cy="2924750"/>
          </a:xfrm>
          <a:prstGeom prst="rect">
            <a:avLst/>
          </a:prstGeom>
        </p:spPr>
        <p:txBody>
          <a:bodyPr lIns="0" rIns="0"/>
          <a:lstStyle>
            <a:lvl1pPr>
              <a:defRPr lang="de-DE" sz="1400" kern="1200" noProof="0" dirty="0" smtClean="0">
                <a:solidFill>
                  <a:schemeClr val="tx1"/>
                </a:solidFill>
                <a:latin typeface="+mn-lt"/>
                <a:ea typeface="+mn-ea"/>
                <a:cs typeface="+mn-cs"/>
              </a:defRPr>
            </a:lvl1pPr>
            <a:lvl2pPr>
              <a:defRPr sz="1400"/>
            </a:lvl2pPr>
            <a:lvl3pPr>
              <a:defRPr sz="1400" baseline="0"/>
            </a:lvl3pPr>
          </a:lstStyle>
          <a:p>
            <a:pPr lvl="0"/>
            <a:r>
              <a:rPr lang="de-DE" dirty="0"/>
              <a:t>Textmasterformate durch Klicken bearbeiten</a:t>
            </a:r>
          </a:p>
          <a:p>
            <a:pPr lvl="1"/>
            <a:r>
              <a:rPr lang="de-DE" dirty="0"/>
              <a:t>Zweite Ebene</a:t>
            </a:r>
          </a:p>
          <a:p>
            <a:pPr lvl="2"/>
            <a:r>
              <a:rPr lang="de-DE" dirty="0"/>
              <a:t>Dritte Ebene</a:t>
            </a:r>
          </a:p>
        </p:txBody>
      </p:sp>
      <p:sp>
        <p:nvSpPr>
          <p:cNvPr id="11" name="Bildplatzhalter 2"/>
          <p:cNvSpPr>
            <a:spLocks noGrp="1"/>
          </p:cNvSpPr>
          <p:nvPr>
            <p:ph type="pic" sz="quarter" idx="14" hasCustomPrompt="1"/>
          </p:nvPr>
        </p:nvSpPr>
        <p:spPr>
          <a:xfrm>
            <a:off x="4638677" y="1771077"/>
            <a:ext cx="4180392" cy="2924750"/>
          </a:xfrm>
          <a:prstGeom prst="rect">
            <a:avLst/>
          </a:prstGeom>
        </p:spPr>
        <p:txBody>
          <a:bodyPr/>
          <a:lstStyle>
            <a:lvl1pPr>
              <a:lnSpc>
                <a:spcPct val="114000"/>
              </a:lnSpc>
              <a:defRPr sz="1400"/>
            </a:lvl1pPr>
          </a:lstStyle>
          <a:p>
            <a:endParaRPr lang="de-DE" dirty="0"/>
          </a:p>
        </p:txBody>
      </p:sp>
      <p:sp>
        <p:nvSpPr>
          <p:cNvPr id="15" name="Titel 1">
            <a:extLst>
              <a:ext uri="{FF2B5EF4-FFF2-40B4-BE49-F238E27FC236}">
                <a16:creationId xmlns:a16="http://schemas.microsoft.com/office/drawing/2014/main" id="{82BEFDB1-C0BE-4875-BD7E-86FDD31F7CD3}"/>
              </a:ext>
            </a:extLst>
          </p:cNvPr>
          <p:cNvSpPr>
            <a:spLocks noGrp="1"/>
          </p:cNvSpPr>
          <p:nvPr>
            <p:ph type="title" hasCustomPrompt="1"/>
          </p:nvPr>
        </p:nvSpPr>
        <p:spPr>
          <a:xfrm>
            <a:off x="311162" y="293460"/>
            <a:ext cx="8508999" cy="380810"/>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2500" noProof="0" dirty="0">
                <a:solidFill>
                  <a:schemeClr val="tx1"/>
                </a:solidFill>
              </a:defRPr>
            </a:lvl1pPr>
          </a:lstStyle>
          <a:p>
            <a:pPr lvl="0"/>
            <a:r>
              <a:rPr lang="de-DE" noProof="0" dirty="0"/>
              <a:t>Titel durch Klicken bearbeiten</a:t>
            </a:r>
          </a:p>
        </p:txBody>
      </p:sp>
    </p:spTree>
    <p:extLst>
      <p:ext uri="{BB962C8B-B14F-4D97-AF65-F5344CB8AC3E}">
        <p14:creationId xmlns:p14="http://schemas.microsoft.com/office/powerpoint/2010/main" val="104565744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Zwei Inhalte + Text (Hintergrund)">
    <p:spTree>
      <p:nvGrpSpPr>
        <p:cNvPr id="1" name=""/>
        <p:cNvGrpSpPr/>
        <p:nvPr/>
      </p:nvGrpSpPr>
      <p:grpSpPr>
        <a:xfrm>
          <a:off x="0" y="0"/>
          <a:ext cx="0" cy="0"/>
          <a:chOff x="0" y="0"/>
          <a:chExt cx="0" cy="0"/>
        </a:xfrm>
      </p:grpSpPr>
      <p:sp>
        <p:nvSpPr>
          <p:cNvPr id="9" name="Rechteck 8"/>
          <p:cNvSpPr/>
          <p:nvPr userDrawn="1"/>
        </p:nvSpPr>
        <p:spPr bwMode="auto">
          <a:xfrm>
            <a:off x="0" y="2152650"/>
            <a:ext cx="9144000" cy="2990850"/>
          </a:xfrm>
          <a:prstGeom prst="rect">
            <a:avLst/>
          </a:prstGeom>
          <a:solidFill>
            <a:schemeClr val="bg1">
              <a:lumMod val="95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r" eaLnBrk="0" hangingPunct="0"/>
            <a:endParaRPr lang="de-DE" sz="1000">
              <a:latin typeface="Arial" pitchFamily="34" charset="0"/>
            </a:endParaRPr>
          </a:p>
        </p:txBody>
      </p:sp>
      <p:sp>
        <p:nvSpPr>
          <p:cNvPr id="7" name="Foliennummernplatzhalter 6"/>
          <p:cNvSpPr>
            <a:spLocks noGrp="1"/>
          </p:cNvSpPr>
          <p:nvPr>
            <p:ph type="sldNum" sz="quarter" idx="15"/>
          </p:nvPr>
        </p:nvSpPr>
        <p:spPr/>
        <p:txBody>
          <a:bodyPr/>
          <a:lstStyle/>
          <a:p>
            <a:fld id="{CE58CB1E-F828-4F11-99E0-327109AF9DA4}" type="slidenum">
              <a:rPr lang="de-DE" smtClean="0"/>
              <a:pPr/>
              <a:t>‹#›</a:t>
            </a:fld>
            <a:endParaRPr lang="de-DE" dirty="0"/>
          </a:p>
        </p:txBody>
      </p:sp>
      <p:sp>
        <p:nvSpPr>
          <p:cNvPr id="12" name="Fußzeilenplatzhalter 11"/>
          <p:cNvSpPr>
            <a:spLocks noGrp="1"/>
          </p:cNvSpPr>
          <p:nvPr>
            <p:ph type="ftr" sz="quarter" idx="16"/>
          </p:nvPr>
        </p:nvSpPr>
        <p:spPr/>
        <p:txBody>
          <a:bodyPr/>
          <a:lstStyle/>
          <a:p>
            <a:r>
              <a:rPr lang="de-DE" dirty="0"/>
              <a:t>Dr. rer. nat. Erika Mustermann (TUM) | kann beliebig erweitert werden | Infos mit Strich trennen</a:t>
            </a:r>
            <a:endParaRPr lang="de-DE" noProof="0" dirty="0"/>
          </a:p>
        </p:txBody>
      </p:sp>
      <p:sp>
        <p:nvSpPr>
          <p:cNvPr id="8" name="Inhaltsplatzhalter 9"/>
          <p:cNvSpPr>
            <a:spLocks noGrp="1"/>
          </p:cNvSpPr>
          <p:nvPr>
            <p:ph sz="quarter" idx="18"/>
          </p:nvPr>
        </p:nvSpPr>
        <p:spPr>
          <a:xfrm>
            <a:off x="316992" y="1771076"/>
            <a:ext cx="4197858" cy="2934274"/>
          </a:xfrm>
          <a:prstGeom prst="rect">
            <a:avLst/>
          </a:prstGeom>
        </p:spPr>
        <p:txBody>
          <a:bodyPr lIns="0" rIns="0"/>
          <a:lstStyle>
            <a:lvl1pPr>
              <a:defRPr lang="de-DE" sz="1400" kern="1200" noProof="0" dirty="0" smtClean="0">
                <a:solidFill>
                  <a:schemeClr val="tx1"/>
                </a:solidFill>
                <a:latin typeface="+mn-lt"/>
                <a:ea typeface="+mn-ea"/>
                <a:cs typeface="+mn-cs"/>
              </a:defRPr>
            </a:lvl1pPr>
            <a:lvl2pPr>
              <a:defRPr sz="1400"/>
            </a:lvl2pPr>
            <a:lvl3pPr>
              <a:defRPr sz="1400" baseline="0"/>
            </a:lvl3pPr>
          </a:lstStyle>
          <a:p>
            <a:pPr lvl="0"/>
            <a:r>
              <a:rPr lang="de-DE" dirty="0"/>
              <a:t>Textmasterformate durch Klicken bearbeiten</a:t>
            </a:r>
          </a:p>
          <a:p>
            <a:pPr lvl="1"/>
            <a:r>
              <a:rPr lang="de-DE" dirty="0"/>
              <a:t>Zweite Ebene</a:t>
            </a:r>
          </a:p>
          <a:p>
            <a:pPr lvl="2"/>
            <a:r>
              <a:rPr lang="de-DE" dirty="0"/>
              <a:t>Dritte Ebene</a:t>
            </a:r>
          </a:p>
        </p:txBody>
      </p:sp>
      <p:sp>
        <p:nvSpPr>
          <p:cNvPr id="11" name="Bildplatzhalter 2"/>
          <p:cNvSpPr>
            <a:spLocks noGrp="1"/>
          </p:cNvSpPr>
          <p:nvPr>
            <p:ph type="pic" sz="quarter" idx="14" hasCustomPrompt="1"/>
          </p:nvPr>
        </p:nvSpPr>
        <p:spPr>
          <a:xfrm>
            <a:off x="4648200" y="1771076"/>
            <a:ext cx="4180392" cy="2915225"/>
          </a:xfrm>
          <a:prstGeom prst="rect">
            <a:avLst/>
          </a:prstGeom>
        </p:spPr>
        <p:txBody>
          <a:bodyPr/>
          <a:lstStyle>
            <a:lvl1pPr>
              <a:lnSpc>
                <a:spcPct val="114000"/>
              </a:lnSpc>
              <a:defRPr sz="1400"/>
            </a:lvl1pPr>
          </a:lstStyle>
          <a:p>
            <a:endParaRPr lang="de-DE" dirty="0"/>
          </a:p>
        </p:txBody>
      </p:sp>
      <p:sp>
        <p:nvSpPr>
          <p:cNvPr id="10" name="Textplatzhalter 7"/>
          <p:cNvSpPr>
            <a:spLocks noGrp="1"/>
          </p:cNvSpPr>
          <p:nvPr>
            <p:ph type="body" sz="quarter" idx="19" hasCustomPrompt="1"/>
          </p:nvPr>
        </p:nvSpPr>
        <p:spPr>
          <a:xfrm>
            <a:off x="319090" y="1222524"/>
            <a:ext cx="8508999" cy="495780"/>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sz="1400" noProof="0" dirty="0" smtClean="0"/>
            </a:lvl1pPr>
          </a:lstStyle>
          <a:p>
            <a:pPr lvl="0"/>
            <a:r>
              <a:rPr lang="de-DE" noProof="0" dirty="0"/>
              <a:t>Inhalt durch Klicken bearbeiten</a:t>
            </a:r>
          </a:p>
        </p:txBody>
      </p:sp>
      <p:sp>
        <p:nvSpPr>
          <p:cNvPr id="15" name="Titel 1">
            <a:extLst>
              <a:ext uri="{FF2B5EF4-FFF2-40B4-BE49-F238E27FC236}">
                <a16:creationId xmlns:a16="http://schemas.microsoft.com/office/drawing/2014/main" id="{D4303ED8-136B-40E2-A690-FE4668647E77}"/>
              </a:ext>
            </a:extLst>
          </p:cNvPr>
          <p:cNvSpPr>
            <a:spLocks noGrp="1"/>
          </p:cNvSpPr>
          <p:nvPr>
            <p:ph type="title" hasCustomPrompt="1"/>
          </p:nvPr>
        </p:nvSpPr>
        <p:spPr>
          <a:xfrm>
            <a:off x="311162" y="293460"/>
            <a:ext cx="8508999" cy="380810"/>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2500" noProof="0" dirty="0">
                <a:solidFill>
                  <a:schemeClr val="tx1"/>
                </a:solidFill>
              </a:defRPr>
            </a:lvl1pPr>
          </a:lstStyle>
          <a:p>
            <a:pPr lvl="0"/>
            <a:r>
              <a:rPr lang="de-DE" noProof="0" dirty="0"/>
              <a:t>Titel durch Klicken bearbeiten</a:t>
            </a:r>
          </a:p>
        </p:txBody>
      </p:sp>
      <p:sp>
        <p:nvSpPr>
          <p:cNvPr id="2" name="Text Placeholder 18">
            <a:extLst>
              <a:ext uri="{FF2B5EF4-FFF2-40B4-BE49-F238E27FC236}">
                <a16:creationId xmlns:a16="http://schemas.microsoft.com/office/drawing/2014/main" id="{B396E02D-F2E0-1B1F-A258-256C442E5359}"/>
              </a:ext>
            </a:extLst>
          </p:cNvPr>
          <p:cNvSpPr>
            <a:spLocks noGrp="1"/>
          </p:cNvSpPr>
          <p:nvPr>
            <p:ph type="body" sz="quarter" idx="20" hasCustomPrompt="1"/>
          </p:nvPr>
        </p:nvSpPr>
        <p:spPr>
          <a:xfrm>
            <a:off x="311161" y="684430"/>
            <a:ext cx="8508999" cy="321410"/>
          </a:xfrm>
          <a:prstGeom prst="rect">
            <a:avLst/>
          </a:prstGeom>
        </p:spPr>
        <p:txBody>
          <a:bodyPr lIns="0" tIns="93600" rIns="0" bIns="0"/>
          <a:lstStyle>
            <a:lvl1pPr marL="0" marR="0" indent="0" algn="l" defTabSz="914400" rtl="0" eaLnBrk="0" fontAlgn="base" latinLnBrk="0" hangingPunct="0">
              <a:lnSpc>
                <a:spcPts val="1800"/>
              </a:lnSpc>
              <a:spcBef>
                <a:spcPts val="600"/>
              </a:spcBef>
              <a:spcAft>
                <a:spcPct val="0"/>
              </a:spcAft>
              <a:buClrTx/>
              <a:buSzTx/>
              <a:buFontTx/>
              <a:buNone/>
              <a:tabLst/>
              <a:defRPr sz="1800">
                <a:solidFill>
                  <a:schemeClr val="bg2"/>
                </a:solidFill>
                <a:latin typeface="+mj-lt"/>
              </a:defRPr>
            </a:lvl1pPr>
            <a:lvl2pPr marL="0" indent="0">
              <a:buNone/>
              <a:defRPr/>
            </a:lvl2pPr>
            <a:lvl3pPr marL="176213" indent="0">
              <a:buNone/>
              <a:defRPr/>
            </a:lvl3pPr>
            <a:lvl4pPr marL="360363" indent="0">
              <a:buNone/>
              <a:defRPr/>
            </a:lvl4pPr>
            <a:lvl5pPr marL="538162" indent="0">
              <a:buNone/>
              <a:defRPr/>
            </a:lvl5pPr>
          </a:lstStyle>
          <a:p>
            <a:pPr marL="0" marR="0" lvl="0" indent="0" algn="l" defTabSz="914400" rtl="0" eaLnBrk="0" fontAlgn="base" latinLnBrk="0" hangingPunct="0">
              <a:lnSpc>
                <a:spcPts val="1800"/>
              </a:lnSpc>
              <a:spcBef>
                <a:spcPts val="0"/>
              </a:spcBef>
              <a:spcAft>
                <a:spcPct val="0"/>
              </a:spcAft>
              <a:buClrTx/>
              <a:buSzTx/>
              <a:buFontTx/>
              <a:buNone/>
              <a:tabLst/>
              <a:defRPr/>
            </a:pPr>
            <a:r>
              <a:rPr lang="de-DE" altLang="zh-CN" sz="1800" noProof="0" dirty="0"/>
              <a:t>Untert</a:t>
            </a:r>
            <a:r>
              <a:rPr lang="de-DE" sz="1800" noProof="0" dirty="0"/>
              <a:t>itel durch Klicken bearbeiten</a:t>
            </a:r>
          </a:p>
          <a:p>
            <a:pPr lvl="0"/>
            <a:endParaRPr lang="en-US" dirty="0"/>
          </a:p>
        </p:txBody>
      </p:sp>
    </p:spTree>
    <p:extLst>
      <p:ext uri="{BB962C8B-B14F-4D97-AF65-F5344CB8AC3E}">
        <p14:creationId xmlns:p14="http://schemas.microsoft.com/office/powerpoint/2010/main" val="111150819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Zwei Inhalte + Text (Hintergrund)">
    <p:spTree>
      <p:nvGrpSpPr>
        <p:cNvPr id="1" name=""/>
        <p:cNvGrpSpPr/>
        <p:nvPr/>
      </p:nvGrpSpPr>
      <p:grpSpPr>
        <a:xfrm>
          <a:off x="0" y="0"/>
          <a:ext cx="0" cy="0"/>
          <a:chOff x="0" y="0"/>
          <a:chExt cx="0" cy="0"/>
        </a:xfrm>
      </p:grpSpPr>
      <p:sp>
        <p:nvSpPr>
          <p:cNvPr id="9" name="Rechteck 8"/>
          <p:cNvSpPr/>
          <p:nvPr userDrawn="1"/>
        </p:nvSpPr>
        <p:spPr bwMode="auto">
          <a:xfrm>
            <a:off x="0" y="1771076"/>
            <a:ext cx="9144000" cy="3372424"/>
          </a:xfrm>
          <a:prstGeom prst="rect">
            <a:avLst/>
          </a:prstGeom>
          <a:solidFill>
            <a:schemeClr val="bg1">
              <a:lumMod val="95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r" eaLnBrk="0" hangingPunct="0"/>
            <a:endParaRPr lang="de-DE" sz="1000">
              <a:latin typeface="Arial" pitchFamily="34" charset="0"/>
            </a:endParaRPr>
          </a:p>
        </p:txBody>
      </p:sp>
      <p:sp>
        <p:nvSpPr>
          <p:cNvPr id="7" name="Foliennummernplatzhalter 6"/>
          <p:cNvSpPr>
            <a:spLocks noGrp="1"/>
          </p:cNvSpPr>
          <p:nvPr>
            <p:ph type="sldNum" sz="quarter" idx="15"/>
          </p:nvPr>
        </p:nvSpPr>
        <p:spPr/>
        <p:txBody>
          <a:bodyPr/>
          <a:lstStyle/>
          <a:p>
            <a:fld id="{CE58CB1E-F828-4F11-99E0-327109AF9DA4}" type="slidenum">
              <a:rPr lang="de-DE" smtClean="0"/>
              <a:pPr/>
              <a:t>‹#›</a:t>
            </a:fld>
            <a:endParaRPr lang="de-DE" dirty="0"/>
          </a:p>
        </p:txBody>
      </p:sp>
      <p:sp>
        <p:nvSpPr>
          <p:cNvPr id="12" name="Fußzeilenplatzhalter 11"/>
          <p:cNvSpPr>
            <a:spLocks noGrp="1"/>
          </p:cNvSpPr>
          <p:nvPr>
            <p:ph type="ftr" sz="quarter" idx="16"/>
          </p:nvPr>
        </p:nvSpPr>
        <p:spPr/>
        <p:txBody>
          <a:bodyPr/>
          <a:lstStyle/>
          <a:p>
            <a:r>
              <a:rPr lang="de-DE" dirty="0"/>
              <a:t>Dr. rer. nat. Erika Mustermann (TUM) | kann beliebig erweitert werden | Infos mit Strich trennen</a:t>
            </a:r>
            <a:endParaRPr lang="de-DE" noProof="0" dirty="0"/>
          </a:p>
        </p:txBody>
      </p:sp>
      <p:sp>
        <p:nvSpPr>
          <p:cNvPr id="8" name="Inhaltsplatzhalter 9"/>
          <p:cNvSpPr>
            <a:spLocks noGrp="1"/>
          </p:cNvSpPr>
          <p:nvPr>
            <p:ph sz="quarter" idx="18"/>
          </p:nvPr>
        </p:nvSpPr>
        <p:spPr>
          <a:xfrm>
            <a:off x="316992" y="1771076"/>
            <a:ext cx="4197858" cy="2934274"/>
          </a:xfrm>
          <a:prstGeom prst="rect">
            <a:avLst/>
          </a:prstGeom>
        </p:spPr>
        <p:txBody>
          <a:bodyPr lIns="0" rIns="0"/>
          <a:lstStyle>
            <a:lvl1pPr>
              <a:defRPr lang="de-DE" sz="1400" kern="1200" noProof="0" dirty="0" smtClean="0">
                <a:solidFill>
                  <a:schemeClr val="tx1"/>
                </a:solidFill>
                <a:latin typeface="+mn-lt"/>
                <a:ea typeface="+mn-ea"/>
                <a:cs typeface="+mn-cs"/>
              </a:defRPr>
            </a:lvl1pPr>
            <a:lvl2pPr>
              <a:defRPr sz="1400"/>
            </a:lvl2pPr>
            <a:lvl3pPr>
              <a:defRPr sz="1400" baseline="0"/>
            </a:lvl3pPr>
          </a:lstStyle>
          <a:p>
            <a:pPr lvl="0"/>
            <a:r>
              <a:rPr lang="de-DE" dirty="0"/>
              <a:t>Textmasterformate durch Klicken bearbeiten</a:t>
            </a:r>
          </a:p>
          <a:p>
            <a:pPr lvl="1"/>
            <a:r>
              <a:rPr lang="de-DE" dirty="0"/>
              <a:t>Zweite Ebene</a:t>
            </a:r>
          </a:p>
          <a:p>
            <a:pPr lvl="2"/>
            <a:r>
              <a:rPr lang="de-DE" dirty="0"/>
              <a:t>Dritte Ebene</a:t>
            </a:r>
          </a:p>
        </p:txBody>
      </p:sp>
      <p:sp>
        <p:nvSpPr>
          <p:cNvPr id="11" name="Bildplatzhalter 2"/>
          <p:cNvSpPr>
            <a:spLocks noGrp="1"/>
          </p:cNvSpPr>
          <p:nvPr>
            <p:ph type="pic" sz="quarter" idx="14" hasCustomPrompt="1"/>
          </p:nvPr>
        </p:nvSpPr>
        <p:spPr>
          <a:xfrm>
            <a:off x="4648200" y="1771076"/>
            <a:ext cx="4180392" cy="2915225"/>
          </a:xfrm>
          <a:prstGeom prst="rect">
            <a:avLst/>
          </a:prstGeom>
        </p:spPr>
        <p:txBody>
          <a:bodyPr/>
          <a:lstStyle>
            <a:lvl1pPr>
              <a:lnSpc>
                <a:spcPct val="114000"/>
              </a:lnSpc>
              <a:defRPr sz="1400"/>
            </a:lvl1pPr>
          </a:lstStyle>
          <a:p>
            <a:endParaRPr lang="de-DE" dirty="0"/>
          </a:p>
        </p:txBody>
      </p:sp>
      <p:sp>
        <p:nvSpPr>
          <p:cNvPr id="10" name="Textplatzhalter 7"/>
          <p:cNvSpPr>
            <a:spLocks noGrp="1"/>
          </p:cNvSpPr>
          <p:nvPr>
            <p:ph type="body" sz="quarter" idx="19" hasCustomPrompt="1"/>
          </p:nvPr>
        </p:nvSpPr>
        <p:spPr>
          <a:xfrm>
            <a:off x="319090" y="1222524"/>
            <a:ext cx="8508999" cy="495780"/>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sz="1400" noProof="0" dirty="0" smtClean="0"/>
            </a:lvl1pPr>
          </a:lstStyle>
          <a:p>
            <a:pPr lvl="0"/>
            <a:r>
              <a:rPr lang="de-DE" noProof="0" dirty="0"/>
              <a:t>Inhalt durch Klicken bearbeiten</a:t>
            </a:r>
          </a:p>
        </p:txBody>
      </p:sp>
      <p:sp>
        <p:nvSpPr>
          <p:cNvPr id="15" name="Titel 1">
            <a:extLst>
              <a:ext uri="{FF2B5EF4-FFF2-40B4-BE49-F238E27FC236}">
                <a16:creationId xmlns:a16="http://schemas.microsoft.com/office/drawing/2014/main" id="{D4303ED8-136B-40E2-A690-FE4668647E77}"/>
              </a:ext>
            </a:extLst>
          </p:cNvPr>
          <p:cNvSpPr>
            <a:spLocks noGrp="1"/>
          </p:cNvSpPr>
          <p:nvPr>
            <p:ph type="title" hasCustomPrompt="1"/>
          </p:nvPr>
        </p:nvSpPr>
        <p:spPr>
          <a:xfrm>
            <a:off x="311162" y="293460"/>
            <a:ext cx="8508999" cy="380810"/>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2500" noProof="0" dirty="0">
                <a:solidFill>
                  <a:schemeClr val="tx1"/>
                </a:solidFill>
              </a:defRPr>
            </a:lvl1pPr>
          </a:lstStyle>
          <a:p>
            <a:pPr lvl="0"/>
            <a:r>
              <a:rPr lang="de-DE" noProof="0" dirty="0"/>
              <a:t>Titel durch Klicken bearbeiten</a:t>
            </a:r>
          </a:p>
        </p:txBody>
      </p:sp>
    </p:spTree>
    <p:extLst>
      <p:ext uri="{BB962C8B-B14F-4D97-AF65-F5344CB8AC3E}">
        <p14:creationId xmlns:p14="http://schemas.microsoft.com/office/powerpoint/2010/main" val="37029002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große Bilder">
    <p:spTree>
      <p:nvGrpSpPr>
        <p:cNvPr id="1" name=""/>
        <p:cNvGrpSpPr/>
        <p:nvPr/>
      </p:nvGrpSpPr>
      <p:grpSpPr>
        <a:xfrm>
          <a:off x="0" y="0"/>
          <a:ext cx="0" cy="0"/>
          <a:chOff x="0" y="0"/>
          <a:chExt cx="0" cy="0"/>
        </a:xfrm>
      </p:grpSpPr>
      <p:sp>
        <p:nvSpPr>
          <p:cNvPr id="7" name="Foliennummernplatzhalter 6"/>
          <p:cNvSpPr>
            <a:spLocks noGrp="1"/>
          </p:cNvSpPr>
          <p:nvPr>
            <p:ph type="sldNum" sz="quarter" idx="15"/>
          </p:nvPr>
        </p:nvSpPr>
        <p:spPr/>
        <p:txBody>
          <a:bodyPr/>
          <a:lstStyle/>
          <a:p>
            <a:fld id="{CE58CB1E-F828-4F11-99E0-327109AF9DA4}" type="slidenum">
              <a:rPr lang="de-DE" smtClean="0"/>
              <a:pPr/>
              <a:t>‹#›</a:t>
            </a:fld>
            <a:endParaRPr lang="de-DE" dirty="0"/>
          </a:p>
        </p:txBody>
      </p:sp>
      <p:sp>
        <p:nvSpPr>
          <p:cNvPr id="12" name="Fußzeilenplatzhalter 11"/>
          <p:cNvSpPr>
            <a:spLocks noGrp="1"/>
          </p:cNvSpPr>
          <p:nvPr>
            <p:ph type="ftr" sz="quarter" idx="16"/>
          </p:nvPr>
        </p:nvSpPr>
        <p:spPr/>
        <p:txBody>
          <a:bodyPr/>
          <a:lstStyle/>
          <a:p>
            <a:r>
              <a:rPr lang="de-DE" dirty="0"/>
              <a:t>Dr. rer. nat. Erika Mustermann (TUM) | kann beliebig erweitert werden | Infos mit Strich trennen</a:t>
            </a:r>
            <a:endParaRPr lang="de-DE" noProof="0" dirty="0"/>
          </a:p>
        </p:txBody>
      </p:sp>
      <p:sp>
        <p:nvSpPr>
          <p:cNvPr id="9" name="Bildplatzhalter 8"/>
          <p:cNvSpPr>
            <a:spLocks noGrp="1"/>
          </p:cNvSpPr>
          <p:nvPr>
            <p:ph type="pic" sz="quarter" idx="17"/>
          </p:nvPr>
        </p:nvSpPr>
        <p:spPr>
          <a:xfrm>
            <a:off x="0" y="1771076"/>
            <a:ext cx="9144000" cy="3367344"/>
          </a:xfrm>
          <a:prstGeom prst="rect">
            <a:avLst/>
          </a:prstGeom>
        </p:spPr>
        <p:txBody>
          <a:bodyPr/>
          <a:lstStyle>
            <a:lvl1pPr>
              <a:defRPr sz="1400"/>
            </a:lvl1pPr>
          </a:lstStyle>
          <a:p>
            <a:endParaRPr lang="de-DE" dirty="0"/>
          </a:p>
        </p:txBody>
      </p:sp>
      <p:sp>
        <p:nvSpPr>
          <p:cNvPr id="8" name="Textplatzhalter 7"/>
          <p:cNvSpPr>
            <a:spLocks noGrp="1"/>
          </p:cNvSpPr>
          <p:nvPr>
            <p:ph type="body" sz="quarter" idx="18" hasCustomPrompt="1"/>
          </p:nvPr>
        </p:nvSpPr>
        <p:spPr>
          <a:xfrm>
            <a:off x="319090" y="1222524"/>
            <a:ext cx="8508999" cy="495780"/>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sz="1400" noProof="0" dirty="0" smtClean="0"/>
            </a:lvl1pPr>
          </a:lstStyle>
          <a:p>
            <a:pPr lvl="0"/>
            <a:r>
              <a:rPr lang="de-DE" noProof="0" dirty="0"/>
              <a:t>Inhalt durch Klicken bearbeiten</a:t>
            </a:r>
          </a:p>
        </p:txBody>
      </p:sp>
      <p:sp>
        <p:nvSpPr>
          <p:cNvPr id="10" name="Titel 1">
            <a:extLst>
              <a:ext uri="{FF2B5EF4-FFF2-40B4-BE49-F238E27FC236}">
                <a16:creationId xmlns:a16="http://schemas.microsoft.com/office/drawing/2014/main" id="{B1164939-4755-42C9-9079-2B5AE284E2E6}"/>
              </a:ext>
            </a:extLst>
          </p:cNvPr>
          <p:cNvSpPr>
            <a:spLocks noGrp="1"/>
          </p:cNvSpPr>
          <p:nvPr>
            <p:ph type="title" hasCustomPrompt="1"/>
          </p:nvPr>
        </p:nvSpPr>
        <p:spPr>
          <a:xfrm>
            <a:off x="311162" y="293460"/>
            <a:ext cx="8508999" cy="380810"/>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2500" noProof="0" dirty="0">
                <a:solidFill>
                  <a:schemeClr val="tx1"/>
                </a:solidFill>
              </a:defRPr>
            </a:lvl1pPr>
          </a:lstStyle>
          <a:p>
            <a:pPr lvl="0"/>
            <a:r>
              <a:rPr lang="de-DE" noProof="0" dirty="0"/>
              <a:t>Titel durch Klicken bearbeiten</a:t>
            </a:r>
          </a:p>
        </p:txBody>
      </p:sp>
      <p:sp>
        <p:nvSpPr>
          <p:cNvPr id="2" name="Text Placeholder 18">
            <a:extLst>
              <a:ext uri="{FF2B5EF4-FFF2-40B4-BE49-F238E27FC236}">
                <a16:creationId xmlns:a16="http://schemas.microsoft.com/office/drawing/2014/main" id="{5FE9A9B3-89BF-F3DC-FA80-DEDD36A47285}"/>
              </a:ext>
            </a:extLst>
          </p:cNvPr>
          <p:cNvSpPr>
            <a:spLocks noGrp="1"/>
          </p:cNvSpPr>
          <p:nvPr>
            <p:ph type="body" sz="quarter" idx="14" hasCustomPrompt="1"/>
          </p:nvPr>
        </p:nvSpPr>
        <p:spPr>
          <a:xfrm>
            <a:off x="311161" y="684430"/>
            <a:ext cx="8508999" cy="321410"/>
          </a:xfrm>
          <a:prstGeom prst="rect">
            <a:avLst/>
          </a:prstGeom>
        </p:spPr>
        <p:txBody>
          <a:bodyPr lIns="0" tIns="93600" rIns="0" bIns="0"/>
          <a:lstStyle>
            <a:lvl1pPr marL="0" marR="0" indent="0" algn="l" defTabSz="914400" rtl="0" eaLnBrk="0" fontAlgn="base" latinLnBrk="0" hangingPunct="0">
              <a:lnSpc>
                <a:spcPts val="1800"/>
              </a:lnSpc>
              <a:spcBef>
                <a:spcPts val="600"/>
              </a:spcBef>
              <a:spcAft>
                <a:spcPct val="0"/>
              </a:spcAft>
              <a:buClrTx/>
              <a:buSzTx/>
              <a:buFontTx/>
              <a:buNone/>
              <a:tabLst/>
              <a:defRPr sz="1800">
                <a:solidFill>
                  <a:schemeClr val="bg2"/>
                </a:solidFill>
                <a:latin typeface="+mj-lt"/>
              </a:defRPr>
            </a:lvl1pPr>
            <a:lvl2pPr marL="0" indent="0">
              <a:buNone/>
              <a:defRPr/>
            </a:lvl2pPr>
            <a:lvl3pPr marL="176213" indent="0">
              <a:buNone/>
              <a:defRPr/>
            </a:lvl3pPr>
            <a:lvl4pPr marL="360363" indent="0">
              <a:buNone/>
              <a:defRPr/>
            </a:lvl4pPr>
            <a:lvl5pPr marL="538162" indent="0">
              <a:buNone/>
              <a:defRPr/>
            </a:lvl5pPr>
          </a:lstStyle>
          <a:p>
            <a:pPr marL="0" marR="0" lvl="0" indent="0" algn="l" defTabSz="914400" rtl="0" eaLnBrk="0" fontAlgn="base" latinLnBrk="0" hangingPunct="0">
              <a:lnSpc>
                <a:spcPts val="1800"/>
              </a:lnSpc>
              <a:spcBef>
                <a:spcPts val="0"/>
              </a:spcBef>
              <a:spcAft>
                <a:spcPct val="0"/>
              </a:spcAft>
              <a:buClrTx/>
              <a:buSzTx/>
              <a:buFontTx/>
              <a:buNone/>
              <a:tabLst/>
              <a:defRPr/>
            </a:pPr>
            <a:r>
              <a:rPr lang="de-DE" altLang="zh-CN" sz="1800" noProof="0" dirty="0"/>
              <a:t>Untert</a:t>
            </a:r>
            <a:r>
              <a:rPr lang="de-DE" sz="1800" noProof="0" dirty="0"/>
              <a:t>itel durch Klicken bearbeiten</a:t>
            </a:r>
          </a:p>
          <a:p>
            <a:pPr lvl="0"/>
            <a:endParaRPr lang="en-US" dirty="0"/>
          </a:p>
        </p:txBody>
      </p:sp>
    </p:spTree>
    <p:extLst>
      <p:ext uri="{BB962C8B-B14F-4D97-AF65-F5344CB8AC3E}">
        <p14:creationId xmlns:p14="http://schemas.microsoft.com/office/powerpoint/2010/main" val="111150819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_große Bilder">
    <p:spTree>
      <p:nvGrpSpPr>
        <p:cNvPr id="1" name=""/>
        <p:cNvGrpSpPr/>
        <p:nvPr/>
      </p:nvGrpSpPr>
      <p:grpSpPr>
        <a:xfrm>
          <a:off x="0" y="0"/>
          <a:ext cx="0" cy="0"/>
          <a:chOff x="0" y="0"/>
          <a:chExt cx="0" cy="0"/>
        </a:xfrm>
      </p:grpSpPr>
      <p:sp>
        <p:nvSpPr>
          <p:cNvPr id="7" name="Foliennummernplatzhalter 6"/>
          <p:cNvSpPr>
            <a:spLocks noGrp="1"/>
          </p:cNvSpPr>
          <p:nvPr>
            <p:ph type="sldNum" sz="quarter" idx="15"/>
          </p:nvPr>
        </p:nvSpPr>
        <p:spPr/>
        <p:txBody>
          <a:bodyPr/>
          <a:lstStyle/>
          <a:p>
            <a:fld id="{CE58CB1E-F828-4F11-99E0-327109AF9DA4}" type="slidenum">
              <a:rPr lang="de-DE" smtClean="0"/>
              <a:pPr/>
              <a:t>‹#›</a:t>
            </a:fld>
            <a:endParaRPr lang="de-DE" dirty="0"/>
          </a:p>
        </p:txBody>
      </p:sp>
      <p:sp>
        <p:nvSpPr>
          <p:cNvPr id="12" name="Fußzeilenplatzhalter 11"/>
          <p:cNvSpPr>
            <a:spLocks noGrp="1"/>
          </p:cNvSpPr>
          <p:nvPr>
            <p:ph type="ftr" sz="quarter" idx="16"/>
          </p:nvPr>
        </p:nvSpPr>
        <p:spPr/>
        <p:txBody>
          <a:bodyPr/>
          <a:lstStyle/>
          <a:p>
            <a:r>
              <a:rPr lang="de-DE" dirty="0"/>
              <a:t>Dr. rer. nat. Erika Mustermann (TUM) | kann beliebig erweitert werden | Infos mit Strich trennen</a:t>
            </a:r>
            <a:endParaRPr lang="de-DE" noProof="0" dirty="0"/>
          </a:p>
        </p:txBody>
      </p:sp>
      <p:sp>
        <p:nvSpPr>
          <p:cNvPr id="9" name="Bildplatzhalter 8"/>
          <p:cNvSpPr>
            <a:spLocks noGrp="1"/>
          </p:cNvSpPr>
          <p:nvPr>
            <p:ph type="pic" sz="quarter" idx="17"/>
          </p:nvPr>
        </p:nvSpPr>
        <p:spPr>
          <a:xfrm>
            <a:off x="0" y="1771076"/>
            <a:ext cx="9144000" cy="3367344"/>
          </a:xfrm>
          <a:prstGeom prst="rect">
            <a:avLst/>
          </a:prstGeom>
        </p:spPr>
        <p:txBody>
          <a:bodyPr/>
          <a:lstStyle>
            <a:lvl1pPr>
              <a:defRPr sz="1400"/>
            </a:lvl1pPr>
          </a:lstStyle>
          <a:p>
            <a:endParaRPr lang="de-DE" dirty="0"/>
          </a:p>
        </p:txBody>
      </p:sp>
      <p:sp>
        <p:nvSpPr>
          <p:cNvPr id="8" name="Textplatzhalter 7"/>
          <p:cNvSpPr>
            <a:spLocks noGrp="1"/>
          </p:cNvSpPr>
          <p:nvPr>
            <p:ph type="body" sz="quarter" idx="18" hasCustomPrompt="1"/>
          </p:nvPr>
        </p:nvSpPr>
        <p:spPr>
          <a:xfrm>
            <a:off x="319090" y="1222524"/>
            <a:ext cx="8508999" cy="495780"/>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sz="1400" noProof="0" dirty="0" smtClean="0"/>
            </a:lvl1pPr>
          </a:lstStyle>
          <a:p>
            <a:pPr lvl="0"/>
            <a:r>
              <a:rPr lang="de-DE" noProof="0" dirty="0"/>
              <a:t>Inhalt durch Klicken bearbeiten</a:t>
            </a:r>
          </a:p>
        </p:txBody>
      </p:sp>
      <p:sp>
        <p:nvSpPr>
          <p:cNvPr id="10" name="Titel 1">
            <a:extLst>
              <a:ext uri="{FF2B5EF4-FFF2-40B4-BE49-F238E27FC236}">
                <a16:creationId xmlns:a16="http://schemas.microsoft.com/office/drawing/2014/main" id="{B1164939-4755-42C9-9079-2B5AE284E2E6}"/>
              </a:ext>
            </a:extLst>
          </p:cNvPr>
          <p:cNvSpPr>
            <a:spLocks noGrp="1"/>
          </p:cNvSpPr>
          <p:nvPr>
            <p:ph type="title" hasCustomPrompt="1"/>
          </p:nvPr>
        </p:nvSpPr>
        <p:spPr>
          <a:xfrm>
            <a:off x="311162" y="293460"/>
            <a:ext cx="8508999" cy="380810"/>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2500" noProof="0" dirty="0">
                <a:solidFill>
                  <a:schemeClr val="tx1"/>
                </a:solidFill>
              </a:defRPr>
            </a:lvl1pPr>
          </a:lstStyle>
          <a:p>
            <a:pPr lvl="0"/>
            <a:r>
              <a:rPr lang="de-DE" noProof="0" dirty="0"/>
              <a:t>Titel durch Klicken bearbeiten</a:t>
            </a:r>
          </a:p>
        </p:txBody>
      </p:sp>
    </p:spTree>
    <p:extLst>
      <p:ext uri="{BB962C8B-B14F-4D97-AF65-F5344CB8AC3E}">
        <p14:creationId xmlns:p14="http://schemas.microsoft.com/office/powerpoint/2010/main" val="26112151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ilder formatfüllend">
    <p:spTree>
      <p:nvGrpSpPr>
        <p:cNvPr id="1" name=""/>
        <p:cNvGrpSpPr/>
        <p:nvPr/>
      </p:nvGrpSpPr>
      <p:grpSpPr>
        <a:xfrm>
          <a:off x="0" y="0"/>
          <a:ext cx="0" cy="0"/>
          <a:chOff x="0" y="0"/>
          <a:chExt cx="0" cy="0"/>
        </a:xfrm>
      </p:grpSpPr>
      <p:sp>
        <p:nvSpPr>
          <p:cNvPr id="8" name="Bildplatzhalter 2"/>
          <p:cNvSpPr>
            <a:spLocks noGrp="1"/>
          </p:cNvSpPr>
          <p:nvPr>
            <p:ph type="pic" sz="quarter" idx="14" hasCustomPrompt="1"/>
          </p:nvPr>
        </p:nvSpPr>
        <p:spPr>
          <a:xfrm>
            <a:off x="0" y="1222524"/>
            <a:ext cx="9144000" cy="3920975"/>
          </a:xfrm>
          <a:prstGeom prst="rect">
            <a:avLst/>
          </a:prstGeom>
        </p:spPr>
        <p:txBody>
          <a:bodyPr/>
          <a:lstStyle>
            <a:lvl1pPr>
              <a:lnSpc>
                <a:spcPct val="114000"/>
              </a:lnSpc>
              <a:defRPr sz="1400"/>
            </a:lvl1pPr>
          </a:lstStyle>
          <a:p>
            <a:endParaRPr lang="de-DE" dirty="0"/>
          </a:p>
        </p:txBody>
      </p:sp>
      <p:sp>
        <p:nvSpPr>
          <p:cNvPr id="6" name="Foliennummernplatzhalter 5"/>
          <p:cNvSpPr>
            <a:spLocks noGrp="1"/>
          </p:cNvSpPr>
          <p:nvPr>
            <p:ph type="sldNum" sz="quarter" idx="15"/>
          </p:nvPr>
        </p:nvSpPr>
        <p:spPr/>
        <p:txBody>
          <a:bodyPr/>
          <a:lstStyle/>
          <a:p>
            <a:fld id="{CE58CB1E-F828-4F11-99E0-327109AF9DA4}" type="slidenum">
              <a:rPr lang="de-DE" smtClean="0"/>
              <a:pPr/>
              <a:t>‹#›</a:t>
            </a:fld>
            <a:endParaRPr lang="de-DE" dirty="0"/>
          </a:p>
        </p:txBody>
      </p:sp>
      <p:sp>
        <p:nvSpPr>
          <p:cNvPr id="10" name="Fußzeilenplatzhalter 9"/>
          <p:cNvSpPr>
            <a:spLocks noGrp="1"/>
          </p:cNvSpPr>
          <p:nvPr>
            <p:ph type="ftr" sz="quarter" idx="16"/>
          </p:nvPr>
        </p:nvSpPr>
        <p:spPr/>
        <p:txBody>
          <a:bodyPr/>
          <a:lstStyle/>
          <a:p>
            <a:r>
              <a:rPr lang="de-DE" dirty="0"/>
              <a:t>Dr. rer. nat. Erika Mustermann (TUM) | kann beliebig erweitert werden | Infos mit Strich trennen</a:t>
            </a:r>
            <a:endParaRPr lang="en-US" dirty="0"/>
          </a:p>
        </p:txBody>
      </p:sp>
      <p:sp>
        <p:nvSpPr>
          <p:cNvPr id="14" name="Titel 1">
            <a:extLst>
              <a:ext uri="{FF2B5EF4-FFF2-40B4-BE49-F238E27FC236}">
                <a16:creationId xmlns:a16="http://schemas.microsoft.com/office/drawing/2014/main" id="{6F6AFFF9-3343-4B1B-8898-C1F255D03160}"/>
              </a:ext>
            </a:extLst>
          </p:cNvPr>
          <p:cNvSpPr>
            <a:spLocks noGrp="1"/>
          </p:cNvSpPr>
          <p:nvPr>
            <p:ph type="title" hasCustomPrompt="1"/>
          </p:nvPr>
        </p:nvSpPr>
        <p:spPr>
          <a:xfrm>
            <a:off x="311162" y="293460"/>
            <a:ext cx="8508999" cy="380810"/>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2500" noProof="0" dirty="0">
                <a:solidFill>
                  <a:schemeClr val="tx1"/>
                </a:solidFill>
              </a:defRPr>
            </a:lvl1pPr>
          </a:lstStyle>
          <a:p>
            <a:pPr lvl="0"/>
            <a:r>
              <a:rPr lang="de-DE" noProof="0" dirty="0"/>
              <a:t>Titel durch Klicken bearbeiten</a:t>
            </a:r>
          </a:p>
        </p:txBody>
      </p:sp>
      <p:sp>
        <p:nvSpPr>
          <p:cNvPr id="2" name="Text Placeholder 18">
            <a:extLst>
              <a:ext uri="{FF2B5EF4-FFF2-40B4-BE49-F238E27FC236}">
                <a16:creationId xmlns:a16="http://schemas.microsoft.com/office/drawing/2014/main" id="{FB6134F2-2761-390F-47D1-C1565FBC87CA}"/>
              </a:ext>
            </a:extLst>
          </p:cNvPr>
          <p:cNvSpPr>
            <a:spLocks noGrp="1"/>
          </p:cNvSpPr>
          <p:nvPr>
            <p:ph type="body" sz="quarter" idx="17" hasCustomPrompt="1"/>
          </p:nvPr>
        </p:nvSpPr>
        <p:spPr>
          <a:xfrm>
            <a:off x="311161" y="684430"/>
            <a:ext cx="8508999" cy="321410"/>
          </a:xfrm>
          <a:prstGeom prst="rect">
            <a:avLst/>
          </a:prstGeom>
        </p:spPr>
        <p:txBody>
          <a:bodyPr lIns="0" tIns="93600" rIns="0" bIns="0"/>
          <a:lstStyle>
            <a:lvl1pPr marL="0" marR="0" indent="0" algn="l" defTabSz="914400" rtl="0" eaLnBrk="0" fontAlgn="base" latinLnBrk="0" hangingPunct="0">
              <a:lnSpc>
                <a:spcPts val="1800"/>
              </a:lnSpc>
              <a:spcBef>
                <a:spcPts val="600"/>
              </a:spcBef>
              <a:spcAft>
                <a:spcPct val="0"/>
              </a:spcAft>
              <a:buClrTx/>
              <a:buSzTx/>
              <a:buFontTx/>
              <a:buNone/>
              <a:tabLst/>
              <a:defRPr sz="1800">
                <a:solidFill>
                  <a:schemeClr val="bg2"/>
                </a:solidFill>
                <a:latin typeface="+mj-lt"/>
              </a:defRPr>
            </a:lvl1pPr>
            <a:lvl2pPr marL="0" indent="0">
              <a:buNone/>
              <a:defRPr/>
            </a:lvl2pPr>
            <a:lvl3pPr marL="176213" indent="0">
              <a:buNone/>
              <a:defRPr/>
            </a:lvl3pPr>
            <a:lvl4pPr marL="360363" indent="0">
              <a:buNone/>
              <a:defRPr/>
            </a:lvl4pPr>
            <a:lvl5pPr marL="538162" indent="0">
              <a:buNone/>
              <a:defRPr/>
            </a:lvl5pPr>
          </a:lstStyle>
          <a:p>
            <a:pPr marL="0" marR="0" lvl="0" indent="0" algn="l" defTabSz="914400" rtl="0" eaLnBrk="0" fontAlgn="base" latinLnBrk="0" hangingPunct="0">
              <a:lnSpc>
                <a:spcPts val="1800"/>
              </a:lnSpc>
              <a:spcBef>
                <a:spcPts val="0"/>
              </a:spcBef>
              <a:spcAft>
                <a:spcPct val="0"/>
              </a:spcAft>
              <a:buClrTx/>
              <a:buSzTx/>
              <a:buFontTx/>
              <a:buNone/>
              <a:tabLst/>
              <a:defRPr/>
            </a:pPr>
            <a:r>
              <a:rPr lang="de-DE" altLang="zh-CN" sz="1800" noProof="0" dirty="0"/>
              <a:t>Untert</a:t>
            </a:r>
            <a:r>
              <a:rPr lang="de-DE" sz="1800" noProof="0" dirty="0"/>
              <a:t>itel durch Klicken bearbeiten</a:t>
            </a:r>
          </a:p>
          <a:p>
            <a:pPr lvl="0"/>
            <a:endParaRPr lang="en-US" dirty="0"/>
          </a:p>
        </p:txBody>
      </p:sp>
    </p:spTree>
    <p:extLst>
      <p:ext uri="{BB962C8B-B14F-4D97-AF65-F5344CB8AC3E}">
        <p14:creationId xmlns:p14="http://schemas.microsoft.com/office/powerpoint/2010/main" val="425798737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Bilder formatfüllend">
    <p:spTree>
      <p:nvGrpSpPr>
        <p:cNvPr id="1" name=""/>
        <p:cNvGrpSpPr/>
        <p:nvPr/>
      </p:nvGrpSpPr>
      <p:grpSpPr>
        <a:xfrm>
          <a:off x="0" y="0"/>
          <a:ext cx="0" cy="0"/>
          <a:chOff x="0" y="0"/>
          <a:chExt cx="0" cy="0"/>
        </a:xfrm>
      </p:grpSpPr>
      <p:sp>
        <p:nvSpPr>
          <p:cNvPr id="8" name="Bildplatzhalter 2"/>
          <p:cNvSpPr>
            <a:spLocks noGrp="1"/>
          </p:cNvSpPr>
          <p:nvPr>
            <p:ph type="pic" sz="quarter" idx="14" hasCustomPrompt="1"/>
          </p:nvPr>
        </p:nvSpPr>
        <p:spPr>
          <a:xfrm>
            <a:off x="0" y="1222524"/>
            <a:ext cx="9144000" cy="3920975"/>
          </a:xfrm>
          <a:prstGeom prst="rect">
            <a:avLst/>
          </a:prstGeom>
        </p:spPr>
        <p:txBody>
          <a:bodyPr/>
          <a:lstStyle>
            <a:lvl1pPr>
              <a:lnSpc>
                <a:spcPct val="114000"/>
              </a:lnSpc>
              <a:defRPr sz="1400"/>
            </a:lvl1pPr>
          </a:lstStyle>
          <a:p>
            <a:endParaRPr lang="de-DE" dirty="0"/>
          </a:p>
        </p:txBody>
      </p:sp>
      <p:sp>
        <p:nvSpPr>
          <p:cNvPr id="6" name="Foliennummernplatzhalter 5"/>
          <p:cNvSpPr>
            <a:spLocks noGrp="1"/>
          </p:cNvSpPr>
          <p:nvPr>
            <p:ph type="sldNum" sz="quarter" idx="15"/>
          </p:nvPr>
        </p:nvSpPr>
        <p:spPr/>
        <p:txBody>
          <a:bodyPr/>
          <a:lstStyle/>
          <a:p>
            <a:fld id="{CE58CB1E-F828-4F11-99E0-327109AF9DA4}" type="slidenum">
              <a:rPr lang="de-DE" smtClean="0"/>
              <a:pPr/>
              <a:t>‹#›</a:t>
            </a:fld>
            <a:endParaRPr lang="de-DE" dirty="0"/>
          </a:p>
        </p:txBody>
      </p:sp>
      <p:sp>
        <p:nvSpPr>
          <p:cNvPr id="10" name="Fußzeilenplatzhalter 9"/>
          <p:cNvSpPr>
            <a:spLocks noGrp="1"/>
          </p:cNvSpPr>
          <p:nvPr>
            <p:ph type="ftr" sz="quarter" idx="16"/>
          </p:nvPr>
        </p:nvSpPr>
        <p:spPr/>
        <p:txBody>
          <a:bodyPr/>
          <a:lstStyle/>
          <a:p>
            <a:r>
              <a:rPr lang="de-DE" dirty="0"/>
              <a:t>Dr. rer. nat. Erika Mustermann (TUM) | kann beliebig erweitert werden | Infos mit Strich trennen</a:t>
            </a:r>
            <a:endParaRPr lang="en-US" dirty="0"/>
          </a:p>
        </p:txBody>
      </p:sp>
      <p:sp>
        <p:nvSpPr>
          <p:cNvPr id="14" name="Titel 1">
            <a:extLst>
              <a:ext uri="{FF2B5EF4-FFF2-40B4-BE49-F238E27FC236}">
                <a16:creationId xmlns:a16="http://schemas.microsoft.com/office/drawing/2014/main" id="{6F6AFFF9-3343-4B1B-8898-C1F255D03160}"/>
              </a:ext>
            </a:extLst>
          </p:cNvPr>
          <p:cNvSpPr>
            <a:spLocks noGrp="1"/>
          </p:cNvSpPr>
          <p:nvPr>
            <p:ph type="title" hasCustomPrompt="1"/>
          </p:nvPr>
        </p:nvSpPr>
        <p:spPr>
          <a:xfrm>
            <a:off x="311162" y="293460"/>
            <a:ext cx="8508999" cy="380810"/>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2500" noProof="0" dirty="0">
                <a:solidFill>
                  <a:schemeClr val="tx1"/>
                </a:solidFill>
              </a:defRPr>
            </a:lvl1pPr>
          </a:lstStyle>
          <a:p>
            <a:pPr lvl="0"/>
            <a:r>
              <a:rPr lang="de-DE" noProof="0" dirty="0"/>
              <a:t>Titel durch Klicken bearbeiten</a:t>
            </a:r>
          </a:p>
        </p:txBody>
      </p:sp>
    </p:spTree>
    <p:extLst>
      <p:ext uri="{BB962C8B-B14F-4D97-AF65-F5344CB8AC3E}">
        <p14:creationId xmlns:p14="http://schemas.microsoft.com/office/powerpoint/2010/main" val="328783731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Kapiteltrenner">
    <p:spTree>
      <p:nvGrpSpPr>
        <p:cNvPr id="1" name=""/>
        <p:cNvGrpSpPr/>
        <p:nvPr/>
      </p:nvGrpSpPr>
      <p:grpSpPr>
        <a:xfrm>
          <a:off x="0" y="0"/>
          <a:ext cx="0" cy="0"/>
          <a:chOff x="0" y="0"/>
          <a:chExt cx="0" cy="0"/>
        </a:xfrm>
      </p:grpSpPr>
      <p:sp>
        <p:nvSpPr>
          <p:cNvPr id="12" name="Titel 1"/>
          <p:cNvSpPr>
            <a:spLocks noGrp="1"/>
          </p:cNvSpPr>
          <p:nvPr>
            <p:ph type="title" hasCustomPrompt="1"/>
          </p:nvPr>
        </p:nvSpPr>
        <p:spPr>
          <a:xfrm>
            <a:off x="319090" y="972000"/>
            <a:ext cx="8508999" cy="1231106"/>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2500" baseline="0" noProof="0" dirty="0">
                <a:solidFill>
                  <a:schemeClr val="bg1"/>
                </a:solidFill>
              </a:defRPr>
            </a:lvl1pPr>
          </a:lstStyle>
          <a:p>
            <a:pPr lvl="0"/>
            <a:r>
              <a:rPr lang="de-DE" noProof="0" dirty="0"/>
              <a:t>Präsentationsmuster</a:t>
            </a:r>
            <a:br>
              <a:rPr lang="de-DE" noProof="0" dirty="0"/>
            </a:br>
            <a:br>
              <a:rPr lang="de-DE" noProof="0" dirty="0"/>
            </a:br>
            <a:r>
              <a:rPr lang="de-DE" noProof="0" dirty="0"/>
              <a:t>kann auch als </a:t>
            </a:r>
            <a:r>
              <a:rPr lang="de-DE" noProof="0" dirty="0" err="1"/>
              <a:t>Kapiteltrenner</a:t>
            </a:r>
            <a:r>
              <a:rPr lang="de-DE" noProof="0" dirty="0"/>
              <a:t> verwendet werden</a:t>
            </a:r>
          </a:p>
        </p:txBody>
      </p:sp>
      <p:sp>
        <p:nvSpPr>
          <p:cNvPr id="5" name="Foliennummernplatzhalter 4"/>
          <p:cNvSpPr>
            <a:spLocks noGrp="1"/>
          </p:cNvSpPr>
          <p:nvPr>
            <p:ph type="sldNum" sz="quarter" idx="11"/>
          </p:nvPr>
        </p:nvSpPr>
        <p:spPr/>
        <p:txBody>
          <a:bodyPr/>
          <a:lstStyle/>
          <a:p>
            <a:fld id="{CE58CB1E-F828-4F11-99E0-327109AF9DA4}" type="slidenum">
              <a:rPr lang="de-DE" smtClean="0"/>
              <a:pPr/>
              <a:t>‹#›</a:t>
            </a:fld>
            <a:endParaRPr lang="de-DE" dirty="0"/>
          </a:p>
        </p:txBody>
      </p:sp>
      <p:sp>
        <p:nvSpPr>
          <p:cNvPr id="7" name="Fußzeilenplatzhalter 6"/>
          <p:cNvSpPr>
            <a:spLocks noGrp="1"/>
          </p:cNvSpPr>
          <p:nvPr>
            <p:ph type="ftr" sz="quarter" idx="12"/>
          </p:nvPr>
        </p:nvSpPr>
        <p:spPr/>
        <p:txBody>
          <a:bodyPr/>
          <a:lstStyle/>
          <a:p>
            <a:r>
              <a:rPr lang="de-DE" dirty="0"/>
              <a:t>Dr. rer. nat. Erika Mustermann (TUM) | kann beliebig erweitert werden | Infos mit Strich trennen</a:t>
            </a:r>
            <a:endParaRPr lang="en-US" dirty="0"/>
          </a:p>
        </p:txBody>
      </p:sp>
    </p:spTree>
    <p:extLst>
      <p:ext uri="{BB962C8B-B14F-4D97-AF65-F5344CB8AC3E}">
        <p14:creationId xmlns:p14="http://schemas.microsoft.com/office/powerpoint/2010/main" val="17185509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Kapiteltrenner">
    <p:spTree>
      <p:nvGrpSpPr>
        <p:cNvPr id="1" name=""/>
        <p:cNvGrpSpPr/>
        <p:nvPr/>
      </p:nvGrpSpPr>
      <p:grpSpPr>
        <a:xfrm>
          <a:off x="0" y="0"/>
          <a:ext cx="0" cy="0"/>
          <a:chOff x="0" y="0"/>
          <a:chExt cx="0" cy="0"/>
        </a:xfrm>
      </p:grpSpPr>
      <p:sp>
        <p:nvSpPr>
          <p:cNvPr id="12" name="Titel 1"/>
          <p:cNvSpPr>
            <a:spLocks noGrp="1"/>
          </p:cNvSpPr>
          <p:nvPr>
            <p:ph type="title" hasCustomPrompt="1"/>
          </p:nvPr>
        </p:nvSpPr>
        <p:spPr>
          <a:xfrm>
            <a:off x="319090" y="972000"/>
            <a:ext cx="8508999" cy="1231106"/>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2500" noProof="0" dirty="0">
                <a:solidFill>
                  <a:schemeClr val="bg1"/>
                </a:solidFill>
              </a:defRPr>
            </a:lvl1pPr>
          </a:lstStyle>
          <a:p>
            <a:pPr lvl="0"/>
            <a:r>
              <a:rPr lang="de-DE" noProof="0" dirty="0"/>
              <a:t>Präsentationsmuster</a:t>
            </a:r>
            <a:br>
              <a:rPr lang="de-DE" noProof="0" dirty="0"/>
            </a:br>
            <a:br>
              <a:rPr lang="de-DE" noProof="0" dirty="0"/>
            </a:br>
            <a:r>
              <a:rPr lang="de-DE" noProof="0" dirty="0"/>
              <a:t>kann auch als </a:t>
            </a:r>
            <a:r>
              <a:rPr lang="de-DE" noProof="0" dirty="0" err="1"/>
              <a:t>Kapiteltrenner</a:t>
            </a:r>
            <a:r>
              <a:rPr lang="de-DE" noProof="0" dirty="0"/>
              <a:t> verwendet werden</a:t>
            </a:r>
          </a:p>
        </p:txBody>
      </p:sp>
      <p:sp>
        <p:nvSpPr>
          <p:cNvPr id="6" name="Foliennummernplatzhalter 5"/>
          <p:cNvSpPr>
            <a:spLocks noGrp="1"/>
          </p:cNvSpPr>
          <p:nvPr>
            <p:ph type="sldNum" sz="quarter" idx="11"/>
          </p:nvPr>
        </p:nvSpPr>
        <p:spPr/>
        <p:txBody>
          <a:bodyPr/>
          <a:lstStyle>
            <a:lvl1pPr>
              <a:defRPr>
                <a:solidFill>
                  <a:schemeClr val="bg1"/>
                </a:solidFill>
              </a:defRPr>
            </a:lvl1pPr>
          </a:lstStyle>
          <a:p>
            <a:fld id="{CE58CB1E-F828-4F11-99E0-327109AF9DA4}" type="slidenum">
              <a:rPr lang="de-DE" smtClean="0"/>
              <a:pPr/>
              <a:t>‹#›</a:t>
            </a:fld>
            <a:endParaRPr lang="de-DE" dirty="0"/>
          </a:p>
        </p:txBody>
      </p:sp>
      <p:sp>
        <p:nvSpPr>
          <p:cNvPr id="8" name="Fußzeilenplatzhalter 7"/>
          <p:cNvSpPr>
            <a:spLocks noGrp="1"/>
          </p:cNvSpPr>
          <p:nvPr>
            <p:ph type="ftr" sz="quarter" idx="12"/>
          </p:nvPr>
        </p:nvSpPr>
        <p:spPr/>
        <p:txBody>
          <a:bodyPr/>
          <a:lstStyle>
            <a:lvl1pPr>
              <a:defRPr>
                <a:solidFill>
                  <a:schemeClr val="bg1"/>
                </a:solidFill>
              </a:defRPr>
            </a:lvl1pPr>
          </a:lstStyle>
          <a:p>
            <a:r>
              <a:rPr lang="de-DE" dirty="0"/>
              <a:t>Dr. rer. nat. Erika Mustermann (TUM) | kann beliebig erweitert werden | Infos mit Strich trennen</a:t>
            </a:r>
            <a:endParaRPr lang="en-US" dirty="0"/>
          </a:p>
        </p:txBody>
      </p:sp>
    </p:spTree>
    <p:extLst>
      <p:ext uri="{BB962C8B-B14F-4D97-AF65-F5344CB8AC3E}">
        <p14:creationId xmlns:p14="http://schemas.microsoft.com/office/powerpoint/2010/main" val="1718550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 Id="rId4" Type="http://schemas.openxmlformats.org/officeDocument/2006/relationships/image" Target="../media/image1.wmf"/></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slideLayout" Target="../slideLayouts/slideLayout5.xml"/><Relationship Id="rId3" Type="http://schemas.openxmlformats.org/officeDocument/2006/relationships/theme" Target="../theme/theme3.xml"/><Relationship Id="rId4" Type="http://schemas.openxmlformats.org/officeDocument/2006/relationships/image" Target="../media/image3.jpeg"/><Relationship Id="rId5" Type="http://schemas.openxmlformats.org/officeDocument/2006/relationships/image" Target="../media/image4.emf"/></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slideLayout" Target="../slideLayouts/slideLayout7.xml"/><Relationship Id="rId3" Type="http://schemas.openxmlformats.org/officeDocument/2006/relationships/theme" Target="../theme/theme4.xml"/><Relationship Id="rId4" Type="http://schemas.openxmlformats.org/officeDocument/2006/relationships/image" Target="../media/image1.wmf"/></Relationships>
</file>

<file path=ppt/slideMasters/_rels/slideMaster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slideLayout" Target="../slideLayouts/slideLayout9.xml"/><Relationship Id="rId3" Type="http://schemas.openxmlformats.org/officeDocument/2006/relationships/slideLayout" Target="../slideLayouts/slideLayout10.xml"/><Relationship Id="rId4" Type="http://schemas.openxmlformats.org/officeDocument/2006/relationships/slideLayout" Target="../slideLayouts/slideLayout11.xml"/><Relationship Id="rId5" Type="http://schemas.openxmlformats.org/officeDocument/2006/relationships/slideLayout" Target="../slideLayouts/slideLayout12.xml"/><Relationship Id="rId6" Type="http://schemas.openxmlformats.org/officeDocument/2006/relationships/slideLayout" Target="../slideLayouts/slideLayout13.xml"/><Relationship Id="rId7" Type="http://schemas.openxmlformats.org/officeDocument/2006/relationships/slideLayout" Target="../slideLayouts/slideLayout14.xml"/><Relationship Id="rId8" Type="http://schemas.openxmlformats.org/officeDocument/2006/relationships/slideLayout" Target="../slideLayouts/slideLayout15.xml"/><Relationship Id="rId9" Type="http://schemas.openxmlformats.org/officeDocument/2006/relationships/slideLayout" Target="../slideLayouts/slideLayout16.xml"/><Relationship Id="rId10" Type="http://schemas.openxmlformats.org/officeDocument/2006/relationships/slideLayout" Target="../slideLayouts/slideLayout17.xml"/><Relationship Id="rId11" Type="http://schemas.openxmlformats.org/officeDocument/2006/relationships/slideLayout" Target="../slideLayouts/slideLayout18.xml"/><Relationship Id="rId12" Type="http://schemas.openxmlformats.org/officeDocument/2006/relationships/slideLayout" Target="../slideLayouts/slideLayout19.xml"/><Relationship Id="rId13" Type="http://schemas.openxmlformats.org/officeDocument/2006/relationships/slideLayout" Target="../slideLayouts/slideLayout20.xml"/><Relationship Id="rId14" Type="http://schemas.openxmlformats.org/officeDocument/2006/relationships/slideLayout" Target="../slideLayouts/slideLayout21.xml"/><Relationship Id="rId15" Type="http://schemas.openxmlformats.org/officeDocument/2006/relationships/slideLayout" Target="../slideLayouts/slideLayout22.xml"/><Relationship Id="rId16" Type="http://schemas.openxmlformats.org/officeDocument/2006/relationships/slideLayout" Target="../slideLayouts/slideLayout23.xml"/><Relationship Id="rId17" Type="http://schemas.openxmlformats.org/officeDocument/2006/relationships/slideLayout" Target="../slideLayouts/slideLayout24.xml"/><Relationship Id="rId18" Type="http://schemas.openxmlformats.org/officeDocument/2006/relationships/slideLayout" Target="../slideLayouts/slideLayout25.xml"/><Relationship Id="rId19" Type="http://schemas.openxmlformats.org/officeDocument/2006/relationships/theme" Target="../theme/theme5.xml"/><Relationship Id="rId20" Type="http://schemas.openxmlformats.org/officeDocument/2006/relationships/image" Target="../media/image1.wmf"/></Relationships>
</file>

<file path=ppt/slideMasters/_rels/slideMaster6.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theme" Target="../theme/theme6.xml"/><Relationship Id="rId3" Type="http://schemas.openxmlformats.org/officeDocument/2006/relationships/image" Target="../media/image4.emf"/></Relationships>
</file>

<file path=ppt/slideMasters/_rels/slideMaster7.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theme" Target="../theme/theme7.xml"/><Relationship Id="rId3" Type="http://schemas.openxmlformats.org/officeDocument/2006/relationships/image" Target="../media/image4.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 name="Fußzeilenplatzhalter 3"/>
          <p:cNvSpPr>
            <a:spLocks noGrp="1"/>
          </p:cNvSpPr>
          <p:nvPr>
            <p:ph type="ftr" sz="quarter" idx="3"/>
          </p:nvPr>
        </p:nvSpPr>
        <p:spPr>
          <a:xfrm>
            <a:off x="311162" y="4854985"/>
            <a:ext cx="7829538" cy="288515"/>
          </a:xfrm>
          <a:prstGeom prst="rect">
            <a:avLst/>
          </a:prstGeom>
        </p:spPr>
        <p:txBody>
          <a:bodyPr vert="horz" lIns="0" tIns="45720" rIns="0" bIns="45720" rtlCol="0" anchor="ctr"/>
          <a:lstStyle>
            <a:lvl1pPr algn="l">
              <a:defRPr sz="1100">
                <a:solidFill>
                  <a:schemeClr val="tx1"/>
                </a:solidFill>
              </a:defRPr>
            </a:lvl1pPr>
          </a:lstStyle>
          <a:p>
            <a:r>
              <a:rPr lang="de-DE" dirty="0"/>
              <a:t>Dr. rer. nat. Erika Mustermann (TUM) | kann beliebig erweitert werden | Infos mit Strich trennen</a:t>
            </a:r>
            <a:endParaRPr lang="en-US" dirty="0"/>
          </a:p>
        </p:txBody>
      </p:sp>
      <p:sp>
        <p:nvSpPr>
          <p:cNvPr id="11" name="Foliennummernplatzhalter 4"/>
          <p:cNvSpPr>
            <a:spLocks noGrp="1"/>
          </p:cNvSpPr>
          <p:nvPr>
            <p:ph type="sldNum" sz="quarter" idx="4"/>
          </p:nvPr>
        </p:nvSpPr>
        <p:spPr>
          <a:xfrm>
            <a:off x="6774934" y="4854985"/>
            <a:ext cx="2052000" cy="273844"/>
          </a:xfrm>
          <a:prstGeom prst="rect">
            <a:avLst/>
          </a:prstGeom>
        </p:spPr>
        <p:txBody>
          <a:bodyPr vert="horz" lIns="0" tIns="45720" rIns="0" bIns="45720" rtlCol="0" anchor="ctr"/>
          <a:lstStyle>
            <a:lvl1pPr algn="r">
              <a:defRPr sz="1100">
                <a:solidFill>
                  <a:schemeClr val="tx1"/>
                </a:solidFill>
              </a:defRPr>
            </a:lvl1pPr>
          </a:lstStyle>
          <a:p>
            <a:fld id="{CE58CB1E-F828-4F11-99E0-327109AF9DA4}" type="slidenum">
              <a:rPr lang="de-DE" smtClean="0"/>
              <a:pPr/>
              <a:t>‹#›</a:t>
            </a:fld>
            <a:endParaRPr lang="de-DE" dirty="0"/>
          </a:p>
        </p:txBody>
      </p:sp>
      <p:pic>
        <p:nvPicPr>
          <p:cNvPr id="5" name="Bild 8" descr="20150416 tum logo blau png final.png"/>
          <p:cNvPicPr>
            <a:picLocks noChangeAspect="1"/>
          </p:cNvPicPr>
          <p:nvPr userDrawn="1"/>
        </p:nvPicPr>
        <p:blipFill>
          <a:blip r:embed="rId4"/>
          <a:stretch>
            <a:fillRect/>
          </a:stretch>
        </p:blipFill>
        <p:spPr>
          <a:xfrm>
            <a:off x="8218800" y="324000"/>
            <a:ext cx="604774" cy="318516"/>
          </a:xfrm>
          <a:prstGeom prst="rect">
            <a:avLst/>
          </a:prstGeom>
        </p:spPr>
      </p:pic>
    </p:spTree>
  </p:cSld>
  <p:clrMap bg1="lt1" tx1="dk1" bg2="lt2" tx2="dk2" accent1="accent1" accent2="accent2" accent3="accent3" accent4="accent4" accent5="accent5" accent6="accent6" hlink="hlink" folHlink="folHlink"/>
  <p:sldLayoutIdLst>
    <p:sldLayoutId id="2147483664" r:id="rId1"/>
    <p:sldLayoutId id="2147483665" r:id="rId2"/>
  </p:sldLayoutIdLst>
  <p:hf hdr="0" dt="0"/>
  <p:txStyles>
    <p:titleStyle>
      <a:lvl1pPr algn="l" rtl="0" eaLnBrk="1" fontAlgn="base" hangingPunct="1">
        <a:lnSpc>
          <a:spcPct val="125000"/>
        </a:lnSpc>
        <a:spcBef>
          <a:spcPct val="0"/>
        </a:spcBef>
        <a:spcAft>
          <a:spcPct val="0"/>
        </a:spcAft>
        <a:defRPr sz="2200" b="0" kern="1200">
          <a:solidFill>
            <a:schemeClr val="tx1"/>
          </a:solidFill>
          <a:latin typeface="+mj-lt"/>
          <a:ea typeface="+mj-ea"/>
          <a:cs typeface="+mj-cs"/>
        </a:defRPr>
      </a:lvl1pPr>
      <a:lvl2pPr algn="l" rtl="0" eaLnBrk="1" fontAlgn="base" hangingPunct="1">
        <a:spcBef>
          <a:spcPct val="0"/>
        </a:spcBef>
        <a:spcAft>
          <a:spcPct val="0"/>
        </a:spcAft>
        <a:defRPr sz="2000" b="1">
          <a:solidFill>
            <a:schemeClr val="tx2"/>
          </a:solidFill>
          <a:latin typeface="Arial" charset="0"/>
          <a:cs typeface="Arial" charset="0"/>
        </a:defRPr>
      </a:lvl2pPr>
      <a:lvl3pPr algn="l" rtl="0" eaLnBrk="1" fontAlgn="base" hangingPunct="1">
        <a:spcBef>
          <a:spcPct val="0"/>
        </a:spcBef>
        <a:spcAft>
          <a:spcPct val="0"/>
        </a:spcAft>
        <a:defRPr sz="2000" b="1">
          <a:solidFill>
            <a:schemeClr val="tx2"/>
          </a:solidFill>
          <a:latin typeface="Arial" charset="0"/>
          <a:cs typeface="Arial" charset="0"/>
        </a:defRPr>
      </a:lvl3pPr>
      <a:lvl4pPr algn="l" rtl="0" eaLnBrk="1" fontAlgn="base" hangingPunct="1">
        <a:spcBef>
          <a:spcPct val="0"/>
        </a:spcBef>
        <a:spcAft>
          <a:spcPct val="0"/>
        </a:spcAft>
        <a:defRPr sz="2000" b="1">
          <a:solidFill>
            <a:schemeClr val="tx2"/>
          </a:solidFill>
          <a:latin typeface="Arial" charset="0"/>
          <a:cs typeface="Arial" charset="0"/>
        </a:defRPr>
      </a:lvl4pPr>
      <a:lvl5pPr algn="l" rtl="0" eaLnBrk="1" fontAlgn="base" hangingPunct="1">
        <a:spcBef>
          <a:spcPct val="0"/>
        </a:spcBef>
        <a:spcAft>
          <a:spcPct val="0"/>
        </a:spcAft>
        <a:defRPr sz="2000" b="1">
          <a:solidFill>
            <a:schemeClr val="tx2"/>
          </a:solidFill>
          <a:latin typeface="Arial" charset="0"/>
          <a:cs typeface="Arial" charset="0"/>
        </a:defRPr>
      </a:lvl5pPr>
      <a:lvl6pPr marL="457200" algn="l" rtl="0" eaLnBrk="1" fontAlgn="base" hangingPunct="1">
        <a:spcBef>
          <a:spcPct val="0"/>
        </a:spcBef>
        <a:spcAft>
          <a:spcPct val="0"/>
        </a:spcAft>
        <a:defRPr sz="2000" b="1">
          <a:solidFill>
            <a:schemeClr val="tx2"/>
          </a:solidFill>
          <a:latin typeface="Arial" charset="0"/>
          <a:cs typeface="Arial" charset="0"/>
        </a:defRPr>
      </a:lvl6pPr>
      <a:lvl7pPr marL="914400" algn="l" rtl="0" eaLnBrk="1" fontAlgn="base" hangingPunct="1">
        <a:spcBef>
          <a:spcPct val="0"/>
        </a:spcBef>
        <a:spcAft>
          <a:spcPct val="0"/>
        </a:spcAft>
        <a:defRPr sz="2000" b="1">
          <a:solidFill>
            <a:schemeClr val="tx2"/>
          </a:solidFill>
          <a:latin typeface="Arial" charset="0"/>
          <a:cs typeface="Arial" charset="0"/>
        </a:defRPr>
      </a:lvl7pPr>
      <a:lvl8pPr marL="1371600" algn="l" rtl="0" eaLnBrk="1" fontAlgn="base" hangingPunct="1">
        <a:spcBef>
          <a:spcPct val="0"/>
        </a:spcBef>
        <a:spcAft>
          <a:spcPct val="0"/>
        </a:spcAft>
        <a:defRPr sz="2000" b="1">
          <a:solidFill>
            <a:schemeClr val="tx2"/>
          </a:solidFill>
          <a:latin typeface="Arial" charset="0"/>
          <a:cs typeface="Arial" charset="0"/>
        </a:defRPr>
      </a:lvl8pPr>
      <a:lvl9pPr marL="1828800" algn="l" rtl="0" eaLnBrk="1" fontAlgn="base" hangingPunct="1">
        <a:spcBef>
          <a:spcPct val="0"/>
        </a:spcBef>
        <a:spcAft>
          <a:spcPct val="0"/>
        </a:spcAft>
        <a:defRPr sz="2000" b="1">
          <a:solidFill>
            <a:schemeClr val="tx2"/>
          </a:solidFill>
          <a:latin typeface="Arial" charset="0"/>
          <a:cs typeface="Arial" charset="0"/>
        </a:defRPr>
      </a:lvl9pPr>
    </p:titleStyle>
    <p:bodyStyle>
      <a:lvl1pPr algn="l" rtl="0" eaLnBrk="1" fontAlgn="base" hangingPunct="1">
        <a:lnSpc>
          <a:spcPct val="100000"/>
        </a:lnSpc>
        <a:spcBef>
          <a:spcPct val="0"/>
        </a:spcBef>
        <a:spcAft>
          <a:spcPct val="0"/>
        </a:spcAft>
        <a:defRPr sz="1600" kern="1200">
          <a:solidFill>
            <a:schemeClr val="tx1"/>
          </a:solidFill>
          <a:latin typeface="+mn-lt"/>
          <a:ea typeface="+mn-ea"/>
          <a:cs typeface="+mn-cs"/>
        </a:defRPr>
      </a:lvl1pPr>
      <a:lvl2pPr marL="176213" indent="-176213" algn="l" rtl="0" eaLnBrk="1" fontAlgn="base" hangingPunct="1">
        <a:lnSpc>
          <a:spcPct val="100000"/>
        </a:lnSpc>
        <a:spcBef>
          <a:spcPct val="0"/>
        </a:spcBef>
        <a:spcAft>
          <a:spcPct val="0"/>
        </a:spcAft>
        <a:buFont typeface="Arial" charset="0"/>
        <a:buChar char="•"/>
        <a:defRPr sz="1600" kern="1200">
          <a:solidFill>
            <a:schemeClr val="tx1"/>
          </a:solidFill>
          <a:latin typeface="+mn-lt"/>
          <a:ea typeface="+mn-ea"/>
          <a:cs typeface="+mn-cs"/>
        </a:defRPr>
      </a:lvl2pPr>
      <a:lvl3pPr marL="360363" indent="-184150" algn="l" rtl="0" eaLnBrk="1" fontAlgn="base" hangingPunct="1">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3pPr>
      <a:lvl4pPr marL="538163" indent="-177800" algn="l" rtl="0" eaLnBrk="1" fontAlgn="base" hangingPunct="1">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4pPr>
      <a:lvl5pPr marL="714375" indent="-176213" algn="l" rtl="0" eaLnBrk="1" fontAlgn="base" hangingPunct="1">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288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76966230"/>
      </p:ext>
    </p:extLst>
  </p:cSld>
  <p:clrMap bg1="lt1" tx1="dk1" bg2="lt2" tx2="dk2" accent1="accent1" accent2="accent2" accent3="accent3" accent4="accent4" accent5="accent5" accent6="accent6" hlink="hlink" folHlink="folHlink"/>
  <p:sldLayoutIdLst>
    <p:sldLayoutId id="214748372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2880"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3" name="Textfeld 22"/>
          <p:cNvSpPr txBox="1"/>
          <p:nvPr/>
        </p:nvSpPr>
        <p:spPr>
          <a:xfrm>
            <a:off x="7713330" y="4922462"/>
            <a:ext cx="1115376" cy="210507"/>
          </a:xfrm>
          <a:prstGeom prst="rect">
            <a:avLst/>
          </a:prstGeom>
        </p:spPr>
        <p:txBody>
          <a:bodyPr wrap="square" lIns="0" tIns="0" rIns="0" bIns="0" rtlCol="0" anchor="b" anchorCtr="0">
            <a:spAutoFit/>
          </a:bodyPr>
          <a:lstStyle/>
          <a:p>
            <a:pPr algn="r">
              <a:lnSpc>
                <a:spcPct val="114000"/>
              </a:lnSpc>
            </a:pPr>
            <a:fld id="{C51078C5-4710-4254-8001-F1C0900803FD}" type="slidenum">
              <a:rPr lang="de-DE" sz="1200" smtClean="0">
                <a:latin typeface="+mn-lt"/>
                <a:cs typeface="Arial" pitchFamily="34" charset="0"/>
              </a:rPr>
              <a:pPr algn="r">
                <a:lnSpc>
                  <a:spcPct val="114000"/>
                </a:lnSpc>
              </a:pPr>
              <a:t>‹#›</a:t>
            </a:fld>
            <a:endParaRPr lang="de-DE" sz="1200" dirty="0">
              <a:latin typeface="+mn-lt"/>
              <a:cs typeface="Arial" pitchFamily="34" charset="0"/>
            </a:endParaRPr>
          </a:p>
        </p:txBody>
      </p:sp>
      <p:pic>
        <p:nvPicPr>
          <p:cNvPr id="5" name="Bild 4" descr="Fahnen_HG.jpg"/>
          <p:cNvPicPr>
            <a:picLocks noChangeAspect="1"/>
          </p:cNvPicPr>
          <p:nvPr/>
        </p:nvPicPr>
        <p:blipFill>
          <a:blip r:embed="rId4" cstate="screen"/>
          <a:srcRect l="398" t="14167" b="10833"/>
          <a:stretch>
            <a:fillRect/>
          </a:stretch>
        </p:blipFill>
        <p:spPr>
          <a:xfrm>
            <a:off x="0" y="0"/>
            <a:ext cx="9144000" cy="5143500"/>
          </a:xfrm>
          <a:prstGeom prst="rect">
            <a:avLst/>
          </a:prstGeom>
        </p:spPr>
      </p:pic>
      <p:pic>
        <p:nvPicPr>
          <p:cNvPr id="7" name="Bild 6" descr="20150416 tum logo blau png final.png"/>
          <p:cNvPicPr>
            <a:picLocks noChangeAspect="1"/>
          </p:cNvPicPr>
          <p:nvPr/>
        </p:nvPicPr>
        <p:blipFill>
          <a:blip r:embed="rId5"/>
          <a:stretch>
            <a:fillRect/>
          </a:stretch>
        </p:blipFill>
        <p:spPr>
          <a:xfrm>
            <a:off x="8218800" y="324000"/>
            <a:ext cx="599513" cy="320288"/>
          </a:xfrm>
          <a:prstGeom prst="rect">
            <a:avLst/>
          </a:prstGeom>
        </p:spPr>
      </p:pic>
      <p:sp>
        <p:nvSpPr>
          <p:cNvPr id="8" name="Foliennummernplatzhalter 4"/>
          <p:cNvSpPr>
            <a:spLocks noGrp="1"/>
          </p:cNvSpPr>
          <p:nvPr>
            <p:ph type="sldNum" sz="quarter" idx="4"/>
          </p:nvPr>
        </p:nvSpPr>
        <p:spPr>
          <a:xfrm>
            <a:off x="6774934" y="4854985"/>
            <a:ext cx="2052000" cy="273844"/>
          </a:xfrm>
          <a:prstGeom prst="rect">
            <a:avLst/>
          </a:prstGeom>
        </p:spPr>
        <p:txBody>
          <a:bodyPr vert="horz" lIns="0" tIns="45720" rIns="0" bIns="45720" rtlCol="0" anchor="ctr"/>
          <a:lstStyle>
            <a:lvl1pPr algn="r">
              <a:defRPr sz="1100">
                <a:solidFill>
                  <a:schemeClr val="bg1"/>
                </a:solidFill>
              </a:defRPr>
            </a:lvl1pPr>
          </a:lstStyle>
          <a:p>
            <a:fld id="{CE58CB1E-F828-4F11-99E0-327109AF9DA4}" type="slidenum">
              <a:rPr lang="de-DE" smtClean="0"/>
              <a:pPr/>
              <a:t>‹#›</a:t>
            </a:fld>
            <a:endParaRPr lang="de-DE"/>
          </a:p>
        </p:txBody>
      </p:sp>
      <p:sp>
        <p:nvSpPr>
          <p:cNvPr id="10" name="Fußzeilenplatzhalter 3"/>
          <p:cNvSpPr>
            <a:spLocks noGrp="1"/>
          </p:cNvSpPr>
          <p:nvPr>
            <p:ph type="ftr" sz="quarter" idx="3"/>
          </p:nvPr>
        </p:nvSpPr>
        <p:spPr>
          <a:xfrm>
            <a:off x="311162" y="4854985"/>
            <a:ext cx="6464280" cy="273844"/>
          </a:xfrm>
          <a:prstGeom prst="rect">
            <a:avLst/>
          </a:prstGeom>
        </p:spPr>
        <p:txBody>
          <a:bodyPr vert="horz" lIns="0" tIns="45720" rIns="0" bIns="45720" rtlCol="0" anchor="ctr"/>
          <a:lstStyle>
            <a:lvl1pPr algn="l">
              <a:defRPr sz="1100">
                <a:solidFill>
                  <a:schemeClr val="bg1"/>
                </a:solidFill>
              </a:defRPr>
            </a:lvl1pPr>
          </a:lstStyle>
          <a:p>
            <a:r>
              <a:rPr lang="de-DE" dirty="0"/>
              <a:t>Dr. rer. nat. Erika Mustermann (TUM) | kann beliebig erweitert werden | Infos mit Strich trennen</a:t>
            </a:r>
            <a:endParaRPr lang="en-US" dirty="0"/>
          </a:p>
        </p:txBody>
      </p:sp>
    </p:spTree>
  </p:cSld>
  <p:clrMap bg1="lt1" tx1="dk1" bg2="lt2" tx2="dk2" accent1="accent1" accent2="accent2" accent3="accent3" accent4="accent4" accent5="accent5" accent6="accent6" hlink="hlink" folHlink="folHlink"/>
  <p:sldLayoutIdLst>
    <p:sldLayoutId id="2147483669" r:id="rId1"/>
    <p:sldLayoutId id="2147483724" r:id="rId2"/>
  </p:sldLayoutIdLst>
  <p:hf hdr="0" dt="0"/>
  <p:txStyles>
    <p:titleStyle>
      <a:lvl1pPr algn="l" rtl="0" eaLnBrk="0" fontAlgn="base" hangingPunct="0">
        <a:lnSpc>
          <a:spcPct val="125000"/>
        </a:lnSpc>
        <a:spcBef>
          <a:spcPct val="0"/>
        </a:spcBef>
        <a:spcAft>
          <a:spcPct val="0"/>
        </a:spcAft>
        <a:defRPr sz="2200" b="0" kern="1200">
          <a:solidFill>
            <a:schemeClr val="tx1"/>
          </a:solidFill>
          <a:latin typeface="+mj-lt"/>
          <a:ea typeface="+mj-ea"/>
          <a:cs typeface="+mj-cs"/>
        </a:defRPr>
      </a:lvl1pPr>
      <a:lvl2pPr algn="l" rtl="0" eaLnBrk="0" fontAlgn="base" hangingPunct="0">
        <a:spcBef>
          <a:spcPct val="0"/>
        </a:spcBef>
        <a:spcAft>
          <a:spcPct val="0"/>
        </a:spcAft>
        <a:defRPr sz="2000" b="1">
          <a:solidFill>
            <a:schemeClr val="tx2"/>
          </a:solidFill>
          <a:latin typeface="Arial" charset="0"/>
          <a:cs typeface="Arial" charset="0"/>
        </a:defRPr>
      </a:lvl2pPr>
      <a:lvl3pPr algn="l" rtl="0" eaLnBrk="0" fontAlgn="base" hangingPunct="0">
        <a:spcBef>
          <a:spcPct val="0"/>
        </a:spcBef>
        <a:spcAft>
          <a:spcPct val="0"/>
        </a:spcAft>
        <a:defRPr sz="2000" b="1">
          <a:solidFill>
            <a:schemeClr val="tx2"/>
          </a:solidFill>
          <a:latin typeface="Arial" charset="0"/>
          <a:cs typeface="Arial" charset="0"/>
        </a:defRPr>
      </a:lvl3pPr>
      <a:lvl4pPr algn="l" rtl="0" eaLnBrk="0" fontAlgn="base" hangingPunct="0">
        <a:spcBef>
          <a:spcPct val="0"/>
        </a:spcBef>
        <a:spcAft>
          <a:spcPct val="0"/>
        </a:spcAft>
        <a:defRPr sz="2000" b="1">
          <a:solidFill>
            <a:schemeClr val="tx2"/>
          </a:solidFill>
          <a:latin typeface="Arial" charset="0"/>
          <a:cs typeface="Arial" charset="0"/>
        </a:defRPr>
      </a:lvl4pPr>
      <a:lvl5pPr algn="l" rtl="0" eaLnBrk="0" fontAlgn="base" hangingPunct="0">
        <a:spcBef>
          <a:spcPct val="0"/>
        </a:spcBef>
        <a:spcAft>
          <a:spcPct val="0"/>
        </a:spcAft>
        <a:defRPr sz="2000" b="1">
          <a:solidFill>
            <a:schemeClr val="tx2"/>
          </a:solidFill>
          <a:latin typeface="Arial" charset="0"/>
          <a:cs typeface="Arial" charset="0"/>
        </a:defRPr>
      </a:lvl5pPr>
      <a:lvl6pPr marL="457200" algn="l" rtl="0" fontAlgn="base">
        <a:spcBef>
          <a:spcPct val="0"/>
        </a:spcBef>
        <a:spcAft>
          <a:spcPct val="0"/>
        </a:spcAft>
        <a:defRPr sz="2000" b="1">
          <a:solidFill>
            <a:schemeClr val="tx2"/>
          </a:solidFill>
          <a:latin typeface="Arial" charset="0"/>
          <a:cs typeface="Arial" charset="0"/>
        </a:defRPr>
      </a:lvl6pPr>
      <a:lvl7pPr marL="914400" algn="l" rtl="0" fontAlgn="base">
        <a:spcBef>
          <a:spcPct val="0"/>
        </a:spcBef>
        <a:spcAft>
          <a:spcPct val="0"/>
        </a:spcAft>
        <a:defRPr sz="2000" b="1">
          <a:solidFill>
            <a:schemeClr val="tx2"/>
          </a:solidFill>
          <a:latin typeface="Arial" charset="0"/>
          <a:cs typeface="Arial" charset="0"/>
        </a:defRPr>
      </a:lvl7pPr>
      <a:lvl8pPr marL="1371600" algn="l" rtl="0" fontAlgn="base">
        <a:spcBef>
          <a:spcPct val="0"/>
        </a:spcBef>
        <a:spcAft>
          <a:spcPct val="0"/>
        </a:spcAft>
        <a:defRPr sz="2000" b="1">
          <a:solidFill>
            <a:schemeClr val="tx2"/>
          </a:solidFill>
          <a:latin typeface="Arial" charset="0"/>
          <a:cs typeface="Arial" charset="0"/>
        </a:defRPr>
      </a:lvl8pPr>
      <a:lvl9pPr marL="1828800" algn="l" rtl="0" fontAlgn="base">
        <a:spcBef>
          <a:spcPct val="0"/>
        </a:spcBef>
        <a:spcAft>
          <a:spcPct val="0"/>
        </a:spcAft>
        <a:defRPr sz="2000" b="1">
          <a:solidFill>
            <a:schemeClr val="tx2"/>
          </a:solidFill>
          <a:latin typeface="Arial" charset="0"/>
          <a:cs typeface="Arial" charset="0"/>
        </a:defRPr>
      </a:lvl9pPr>
    </p:titleStyle>
    <p:bodyStyle>
      <a:lvl1pPr algn="l" rtl="0" eaLnBrk="0" fontAlgn="base" hangingPunct="0">
        <a:lnSpc>
          <a:spcPct val="100000"/>
        </a:lnSpc>
        <a:spcBef>
          <a:spcPct val="0"/>
        </a:spcBef>
        <a:spcAft>
          <a:spcPct val="0"/>
        </a:spcAft>
        <a:defRPr sz="1600" kern="1200">
          <a:solidFill>
            <a:schemeClr val="tx1"/>
          </a:solidFill>
          <a:latin typeface="+mn-lt"/>
          <a:ea typeface="+mn-ea"/>
          <a:cs typeface="+mn-cs"/>
        </a:defRPr>
      </a:lvl1pPr>
      <a:lvl2pPr marL="176213" indent="-176213" algn="l" rtl="0" eaLnBrk="0" fontAlgn="base" hangingPunct="0">
        <a:lnSpc>
          <a:spcPct val="100000"/>
        </a:lnSpc>
        <a:spcBef>
          <a:spcPct val="0"/>
        </a:spcBef>
        <a:spcAft>
          <a:spcPct val="0"/>
        </a:spcAft>
        <a:buFont typeface="Arial" charset="0"/>
        <a:buChar char="•"/>
        <a:defRPr sz="1600" kern="1200">
          <a:solidFill>
            <a:schemeClr val="tx1"/>
          </a:solidFill>
          <a:latin typeface="+mn-lt"/>
          <a:ea typeface="+mn-ea"/>
          <a:cs typeface="+mn-cs"/>
        </a:defRPr>
      </a:lvl2pPr>
      <a:lvl3pPr marL="360363" indent="-184150"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3pPr>
      <a:lvl4pPr marL="538163" indent="-177800"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4pPr>
      <a:lvl5pPr marL="714375" indent="-176213"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2880" userDrawn="1">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9" name="Foliennummernplatzhalter 4"/>
          <p:cNvSpPr>
            <a:spLocks noGrp="1"/>
          </p:cNvSpPr>
          <p:nvPr>
            <p:ph type="sldNum" sz="quarter" idx="4"/>
          </p:nvPr>
        </p:nvSpPr>
        <p:spPr>
          <a:xfrm>
            <a:off x="6774934" y="4854985"/>
            <a:ext cx="2052000" cy="273844"/>
          </a:xfrm>
          <a:prstGeom prst="rect">
            <a:avLst/>
          </a:prstGeom>
        </p:spPr>
        <p:txBody>
          <a:bodyPr vert="horz" lIns="0" tIns="45720" rIns="0" bIns="45720" rtlCol="0" anchor="ctr"/>
          <a:lstStyle>
            <a:lvl1pPr algn="r">
              <a:defRPr sz="1100">
                <a:solidFill>
                  <a:schemeClr val="tx1"/>
                </a:solidFill>
              </a:defRPr>
            </a:lvl1pPr>
          </a:lstStyle>
          <a:p>
            <a:fld id="{CE58CB1E-F828-4F11-99E0-327109AF9DA4}" type="slidenum">
              <a:rPr lang="de-DE" smtClean="0"/>
              <a:pPr/>
              <a:t>‹#›</a:t>
            </a:fld>
            <a:endParaRPr lang="de-DE" dirty="0"/>
          </a:p>
        </p:txBody>
      </p:sp>
      <p:sp>
        <p:nvSpPr>
          <p:cNvPr id="10" name="Fußzeilenplatzhalter 3"/>
          <p:cNvSpPr>
            <a:spLocks noGrp="1"/>
          </p:cNvSpPr>
          <p:nvPr>
            <p:ph type="ftr" sz="quarter" idx="3"/>
          </p:nvPr>
        </p:nvSpPr>
        <p:spPr>
          <a:xfrm>
            <a:off x="311162" y="4854985"/>
            <a:ext cx="6464280" cy="273844"/>
          </a:xfrm>
          <a:prstGeom prst="rect">
            <a:avLst/>
          </a:prstGeom>
        </p:spPr>
        <p:txBody>
          <a:bodyPr vert="horz" lIns="0" tIns="45720" rIns="0" bIns="45720" rtlCol="0" anchor="ctr"/>
          <a:lstStyle>
            <a:lvl1pPr algn="l">
              <a:defRPr sz="1100">
                <a:solidFill>
                  <a:schemeClr val="tx1"/>
                </a:solidFill>
              </a:defRPr>
            </a:lvl1pPr>
          </a:lstStyle>
          <a:p>
            <a:r>
              <a:rPr lang="de-DE" dirty="0"/>
              <a:t>Dr. rer. nat. Erika Mustermann (TUM) | kann beliebig erweitert werden | Infos mit Strich trennen</a:t>
            </a:r>
            <a:endParaRPr lang="en-US" dirty="0"/>
          </a:p>
        </p:txBody>
      </p:sp>
      <p:pic>
        <p:nvPicPr>
          <p:cNvPr id="7" name="Bild 6" descr="20150416 tum logo blau png final.png"/>
          <p:cNvPicPr>
            <a:picLocks noChangeAspect="1"/>
          </p:cNvPicPr>
          <p:nvPr/>
        </p:nvPicPr>
        <p:blipFill>
          <a:blip r:embed="rId4"/>
          <a:stretch>
            <a:fillRect/>
          </a:stretch>
        </p:blipFill>
        <p:spPr>
          <a:xfrm>
            <a:off x="8218411" y="324000"/>
            <a:ext cx="604774" cy="318516"/>
          </a:xfrm>
          <a:prstGeom prst="rect">
            <a:avLst/>
          </a:prstGeom>
        </p:spPr>
      </p:pic>
      <p:sp>
        <p:nvSpPr>
          <p:cNvPr id="11" name="Textfeld 10"/>
          <p:cNvSpPr txBox="1"/>
          <p:nvPr userDrawn="1"/>
        </p:nvSpPr>
        <p:spPr>
          <a:xfrm>
            <a:off x="319506" y="321468"/>
            <a:ext cx="7160425" cy="346249"/>
          </a:xfrm>
          <a:prstGeom prst="rect">
            <a:avLst/>
          </a:prstGeom>
          <a:noFill/>
        </p:spPr>
        <p:txBody>
          <a:bodyPr wrap="square" lIns="0" tIns="0" rIns="0" bIns="0" rtlCol="0">
            <a:spAutoFit/>
          </a:bodyPr>
          <a:lstStyle/>
          <a:p>
            <a:pPr>
              <a:lnSpc>
                <a:spcPts val="900"/>
              </a:lnSpc>
            </a:pPr>
            <a:r>
              <a:rPr lang="en-US" sz="800" dirty="0">
                <a:solidFill>
                  <a:schemeClr val="tx2"/>
                </a:solidFill>
                <a:latin typeface="+mn-lt"/>
              </a:rPr>
              <a:t>Chair of High-Power Converter Systems</a:t>
            </a:r>
            <a:endParaRPr lang="de-DE" sz="800" kern="1200" dirty="0">
              <a:solidFill>
                <a:schemeClr val="tx2"/>
              </a:solidFill>
              <a:latin typeface="+mn-lt"/>
              <a:ea typeface="+mn-ea"/>
              <a:cs typeface="Arial" charset="0"/>
            </a:endParaRPr>
          </a:p>
          <a:p>
            <a:pPr>
              <a:lnSpc>
                <a:spcPts val="900"/>
              </a:lnSpc>
            </a:pPr>
            <a:r>
              <a:rPr lang="en-US" sz="800" kern="1200" dirty="0">
                <a:solidFill>
                  <a:schemeClr val="tx2"/>
                </a:solidFill>
                <a:latin typeface="+mn-lt"/>
                <a:ea typeface="+mn-ea"/>
                <a:cs typeface="Arial" charset="0"/>
              </a:rPr>
              <a:t>TUM School of Engineering and Design</a:t>
            </a:r>
            <a:endParaRPr lang="de-DE" sz="800" kern="1200" dirty="0">
              <a:solidFill>
                <a:schemeClr val="tx2"/>
              </a:solidFill>
              <a:latin typeface="+mn-lt"/>
              <a:ea typeface="+mn-ea"/>
              <a:cs typeface="Arial" charset="0"/>
            </a:endParaRPr>
          </a:p>
          <a:p>
            <a:pPr>
              <a:lnSpc>
                <a:spcPts val="900"/>
              </a:lnSpc>
            </a:pPr>
            <a:r>
              <a:rPr lang="de-DE" sz="800" baseline="0" dirty="0">
                <a:solidFill>
                  <a:schemeClr val="tx2"/>
                </a:solidFill>
                <a:latin typeface="+mn-lt"/>
              </a:rPr>
              <a:t>Technical University of Munich</a:t>
            </a:r>
            <a:endParaRPr lang="de-DE" sz="800" dirty="0">
              <a:solidFill>
                <a:schemeClr val="tx2"/>
              </a:solidFill>
              <a:latin typeface="+mn-lt"/>
            </a:endParaRPr>
          </a:p>
        </p:txBody>
      </p:sp>
    </p:spTree>
  </p:cSld>
  <p:clrMap bg1="lt1" tx1="dk1" bg2="lt2" tx2="dk2" accent1="accent1" accent2="accent2" accent3="accent3" accent4="accent4" accent5="accent5" accent6="accent6" hlink="hlink" folHlink="folHlink"/>
  <p:sldLayoutIdLst>
    <p:sldLayoutId id="2147483675" r:id="rId1"/>
    <p:sldLayoutId id="2147483676" r:id="rId2"/>
  </p:sldLayoutIdLst>
  <p:hf hdr="0" dt="0"/>
  <p:txStyles>
    <p:titleStyle>
      <a:lvl1pPr algn="l" rtl="0" eaLnBrk="0" fontAlgn="base" hangingPunct="0">
        <a:lnSpc>
          <a:spcPct val="125000"/>
        </a:lnSpc>
        <a:spcBef>
          <a:spcPct val="0"/>
        </a:spcBef>
        <a:spcAft>
          <a:spcPct val="0"/>
        </a:spcAft>
        <a:defRPr sz="2200" b="0" kern="1200">
          <a:solidFill>
            <a:schemeClr val="tx1"/>
          </a:solidFill>
          <a:latin typeface="+mj-lt"/>
          <a:ea typeface="+mj-ea"/>
          <a:cs typeface="+mj-cs"/>
        </a:defRPr>
      </a:lvl1pPr>
      <a:lvl2pPr algn="l" rtl="0" eaLnBrk="0" fontAlgn="base" hangingPunct="0">
        <a:spcBef>
          <a:spcPct val="0"/>
        </a:spcBef>
        <a:spcAft>
          <a:spcPct val="0"/>
        </a:spcAft>
        <a:defRPr sz="2000" b="1">
          <a:solidFill>
            <a:schemeClr val="tx2"/>
          </a:solidFill>
          <a:latin typeface="Arial" charset="0"/>
          <a:cs typeface="Arial" charset="0"/>
        </a:defRPr>
      </a:lvl2pPr>
      <a:lvl3pPr algn="l" rtl="0" eaLnBrk="0" fontAlgn="base" hangingPunct="0">
        <a:spcBef>
          <a:spcPct val="0"/>
        </a:spcBef>
        <a:spcAft>
          <a:spcPct val="0"/>
        </a:spcAft>
        <a:defRPr sz="2000" b="1">
          <a:solidFill>
            <a:schemeClr val="tx2"/>
          </a:solidFill>
          <a:latin typeface="Arial" charset="0"/>
          <a:cs typeface="Arial" charset="0"/>
        </a:defRPr>
      </a:lvl3pPr>
      <a:lvl4pPr algn="l" rtl="0" eaLnBrk="0" fontAlgn="base" hangingPunct="0">
        <a:spcBef>
          <a:spcPct val="0"/>
        </a:spcBef>
        <a:spcAft>
          <a:spcPct val="0"/>
        </a:spcAft>
        <a:defRPr sz="2000" b="1">
          <a:solidFill>
            <a:schemeClr val="tx2"/>
          </a:solidFill>
          <a:latin typeface="Arial" charset="0"/>
          <a:cs typeface="Arial" charset="0"/>
        </a:defRPr>
      </a:lvl4pPr>
      <a:lvl5pPr algn="l" rtl="0" eaLnBrk="0" fontAlgn="base" hangingPunct="0">
        <a:spcBef>
          <a:spcPct val="0"/>
        </a:spcBef>
        <a:spcAft>
          <a:spcPct val="0"/>
        </a:spcAft>
        <a:defRPr sz="2000" b="1">
          <a:solidFill>
            <a:schemeClr val="tx2"/>
          </a:solidFill>
          <a:latin typeface="Arial" charset="0"/>
          <a:cs typeface="Arial" charset="0"/>
        </a:defRPr>
      </a:lvl5pPr>
      <a:lvl6pPr marL="457200" algn="l" rtl="0" fontAlgn="base">
        <a:spcBef>
          <a:spcPct val="0"/>
        </a:spcBef>
        <a:spcAft>
          <a:spcPct val="0"/>
        </a:spcAft>
        <a:defRPr sz="2000" b="1">
          <a:solidFill>
            <a:schemeClr val="tx2"/>
          </a:solidFill>
          <a:latin typeface="Arial" charset="0"/>
          <a:cs typeface="Arial" charset="0"/>
        </a:defRPr>
      </a:lvl6pPr>
      <a:lvl7pPr marL="914400" algn="l" rtl="0" fontAlgn="base">
        <a:spcBef>
          <a:spcPct val="0"/>
        </a:spcBef>
        <a:spcAft>
          <a:spcPct val="0"/>
        </a:spcAft>
        <a:defRPr sz="2000" b="1">
          <a:solidFill>
            <a:schemeClr val="tx2"/>
          </a:solidFill>
          <a:latin typeface="Arial" charset="0"/>
          <a:cs typeface="Arial" charset="0"/>
        </a:defRPr>
      </a:lvl7pPr>
      <a:lvl8pPr marL="1371600" algn="l" rtl="0" fontAlgn="base">
        <a:spcBef>
          <a:spcPct val="0"/>
        </a:spcBef>
        <a:spcAft>
          <a:spcPct val="0"/>
        </a:spcAft>
        <a:defRPr sz="2000" b="1">
          <a:solidFill>
            <a:schemeClr val="tx2"/>
          </a:solidFill>
          <a:latin typeface="Arial" charset="0"/>
          <a:cs typeface="Arial" charset="0"/>
        </a:defRPr>
      </a:lvl8pPr>
      <a:lvl9pPr marL="1828800" algn="l" rtl="0" fontAlgn="base">
        <a:spcBef>
          <a:spcPct val="0"/>
        </a:spcBef>
        <a:spcAft>
          <a:spcPct val="0"/>
        </a:spcAft>
        <a:defRPr sz="2000" b="1">
          <a:solidFill>
            <a:schemeClr val="tx2"/>
          </a:solidFill>
          <a:latin typeface="Arial" charset="0"/>
          <a:cs typeface="Arial" charset="0"/>
        </a:defRPr>
      </a:lvl9pPr>
    </p:titleStyle>
    <p:bodyStyle>
      <a:lvl1pPr algn="l" rtl="0" eaLnBrk="0" fontAlgn="base" hangingPunct="0">
        <a:lnSpc>
          <a:spcPct val="100000"/>
        </a:lnSpc>
        <a:spcBef>
          <a:spcPct val="0"/>
        </a:spcBef>
        <a:spcAft>
          <a:spcPct val="0"/>
        </a:spcAft>
        <a:defRPr sz="1600" kern="1200">
          <a:solidFill>
            <a:schemeClr val="tx1"/>
          </a:solidFill>
          <a:latin typeface="+mn-lt"/>
          <a:ea typeface="+mn-ea"/>
          <a:cs typeface="+mn-cs"/>
        </a:defRPr>
      </a:lvl1pPr>
      <a:lvl2pPr marL="176213" indent="-176213" algn="l" rtl="0" eaLnBrk="0" fontAlgn="base" hangingPunct="0">
        <a:lnSpc>
          <a:spcPct val="100000"/>
        </a:lnSpc>
        <a:spcBef>
          <a:spcPct val="0"/>
        </a:spcBef>
        <a:spcAft>
          <a:spcPct val="0"/>
        </a:spcAft>
        <a:buFont typeface="Arial" charset="0"/>
        <a:buChar char="•"/>
        <a:defRPr sz="1600" kern="1200">
          <a:solidFill>
            <a:schemeClr val="tx1"/>
          </a:solidFill>
          <a:latin typeface="+mn-lt"/>
          <a:ea typeface="+mn-ea"/>
          <a:cs typeface="+mn-cs"/>
        </a:defRPr>
      </a:lvl2pPr>
      <a:lvl3pPr marL="360363" indent="-184150"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3pPr>
      <a:lvl4pPr marL="538163" indent="-177800"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4pPr>
      <a:lvl5pPr marL="714375" indent="-176213"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2880" userDrawn="1">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3" name="Bild 2" descr="20150416 tum logo blau png final.png"/>
          <p:cNvPicPr>
            <a:picLocks noChangeAspect="1"/>
          </p:cNvPicPr>
          <p:nvPr/>
        </p:nvPicPr>
        <p:blipFill>
          <a:blip r:embed="rId20"/>
          <a:stretch>
            <a:fillRect/>
          </a:stretch>
        </p:blipFill>
        <p:spPr>
          <a:xfrm>
            <a:off x="8218411" y="324000"/>
            <a:ext cx="604774" cy="318516"/>
          </a:xfrm>
          <a:prstGeom prst="rect">
            <a:avLst/>
          </a:prstGeom>
        </p:spPr>
      </p:pic>
      <p:sp>
        <p:nvSpPr>
          <p:cNvPr id="5" name="Foliennummernplatzhalter 4"/>
          <p:cNvSpPr>
            <a:spLocks noGrp="1"/>
          </p:cNvSpPr>
          <p:nvPr>
            <p:ph type="sldNum" sz="quarter" idx="4"/>
          </p:nvPr>
        </p:nvSpPr>
        <p:spPr>
          <a:xfrm>
            <a:off x="6774934" y="4854985"/>
            <a:ext cx="2052074" cy="273844"/>
          </a:xfrm>
          <a:prstGeom prst="rect">
            <a:avLst/>
          </a:prstGeom>
        </p:spPr>
        <p:txBody>
          <a:bodyPr vert="horz" lIns="0" tIns="45720" rIns="0" bIns="45720" rtlCol="0" anchor="ctr"/>
          <a:lstStyle>
            <a:lvl1pPr algn="r">
              <a:defRPr sz="1100">
                <a:solidFill>
                  <a:schemeClr val="tx1"/>
                </a:solidFill>
              </a:defRPr>
            </a:lvl1pPr>
          </a:lstStyle>
          <a:p>
            <a:fld id="{CE58CB1E-F828-4F11-99E0-327109AF9DA4}" type="slidenum">
              <a:rPr lang="de-DE" smtClean="0"/>
              <a:pPr/>
              <a:t>‹#›</a:t>
            </a:fld>
            <a:endParaRPr lang="de-DE" dirty="0"/>
          </a:p>
        </p:txBody>
      </p:sp>
      <p:sp>
        <p:nvSpPr>
          <p:cNvPr id="6" name="Fußzeilenplatzhalter 3"/>
          <p:cNvSpPr>
            <a:spLocks noGrp="1"/>
          </p:cNvSpPr>
          <p:nvPr>
            <p:ph type="ftr" sz="quarter" idx="3"/>
          </p:nvPr>
        </p:nvSpPr>
        <p:spPr>
          <a:xfrm>
            <a:off x="311162" y="4854985"/>
            <a:ext cx="6464280" cy="273844"/>
          </a:xfrm>
          <a:prstGeom prst="rect">
            <a:avLst/>
          </a:prstGeom>
        </p:spPr>
        <p:txBody>
          <a:bodyPr vert="horz" lIns="0" tIns="45720" rIns="0" bIns="45720" rtlCol="0" anchor="ctr"/>
          <a:lstStyle>
            <a:lvl1pPr algn="l">
              <a:defRPr sz="1100">
                <a:solidFill>
                  <a:schemeClr val="tx1"/>
                </a:solidFill>
              </a:defRPr>
            </a:lvl1pPr>
          </a:lstStyle>
          <a:p>
            <a:r>
              <a:rPr lang="de-DE" dirty="0"/>
              <a:t>Dr. rer. nat. Erika Mustermann (TUM) | kann beliebig erweitert werden | Infos mit Strich trennen</a:t>
            </a:r>
            <a:endParaRPr lang="en-US" dirty="0"/>
          </a:p>
        </p:txBody>
      </p:sp>
    </p:spTree>
  </p:cSld>
  <p:clrMap bg1="lt1" tx1="dk1" bg2="lt2" tx2="dk2" accent1="accent1" accent2="accent2" accent3="accent3" accent4="accent4" accent5="accent5" accent6="accent6" hlink="hlink" folHlink="folHlink"/>
  <p:sldLayoutIdLst>
    <p:sldLayoutId id="2147483662" r:id="rId1"/>
    <p:sldLayoutId id="2147483654" r:id="rId2"/>
    <p:sldLayoutId id="2147483716" r:id="rId3"/>
    <p:sldLayoutId id="2147483704" r:id="rId4"/>
    <p:sldLayoutId id="2147483714" r:id="rId5"/>
    <p:sldLayoutId id="2147483713" r:id="rId6"/>
    <p:sldLayoutId id="2147483712" r:id="rId7"/>
    <p:sldLayoutId id="2147483715" r:id="rId8"/>
    <p:sldLayoutId id="2147483657" r:id="rId9"/>
    <p:sldLayoutId id="2147483717" r:id="rId10"/>
    <p:sldLayoutId id="2147483711" r:id="rId11"/>
    <p:sldLayoutId id="2147483718" r:id="rId12"/>
    <p:sldLayoutId id="2147483703" r:id="rId13"/>
    <p:sldLayoutId id="2147483719" r:id="rId14"/>
    <p:sldLayoutId id="2147483653" r:id="rId15"/>
    <p:sldLayoutId id="2147483721" r:id="rId16"/>
    <p:sldLayoutId id="2147483656" r:id="rId17"/>
    <p:sldLayoutId id="2147483720" r:id="rId18"/>
  </p:sldLayoutIdLst>
  <p:hf hdr="0" dt="0"/>
  <p:txStyles>
    <p:titleStyle>
      <a:lvl1pPr algn="l" rtl="0" eaLnBrk="0" fontAlgn="base" hangingPunct="0">
        <a:lnSpc>
          <a:spcPct val="125000"/>
        </a:lnSpc>
        <a:spcBef>
          <a:spcPct val="0"/>
        </a:spcBef>
        <a:spcAft>
          <a:spcPct val="0"/>
        </a:spcAft>
        <a:defRPr sz="2500" b="0" kern="1200">
          <a:solidFill>
            <a:schemeClr val="tx1"/>
          </a:solidFill>
          <a:latin typeface="+mj-lt"/>
          <a:ea typeface="+mj-ea"/>
          <a:cs typeface="+mj-cs"/>
        </a:defRPr>
      </a:lvl1pPr>
      <a:lvl2pPr algn="l" rtl="0" eaLnBrk="0" fontAlgn="base" hangingPunct="0">
        <a:spcBef>
          <a:spcPct val="0"/>
        </a:spcBef>
        <a:spcAft>
          <a:spcPct val="0"/>
        </a:spcAft>
        <a:defRPr sz="2000" b="1">
          <a:solidFill>
            <a:schemeClr val="tx2"/>
          </a:solidFill>
          <a:latin typeface="Arial" charset="0"/>
          <a:cs typeface="Arial" charset="0"/>
        </a:defRPr>
      </a:lvl2pPr>
      <a:lvl3pPr algn="l" rtl="0" eaLnBrk="0" fontAlgn="base" hangingPunct="0">
        <a:spcBef>
          <a:spcPct val="0"/>
        </a:spcBef>
        <a:spcAft>
          <a:spcPct val="0"/>
        </a:spcAft>
        <a:defRPr sz="2000" b="1">
          <a:solidFill>
            <a:schemeClr val="tx2"/>
          </a:solidFill>
          <a:latin typeface="Arial" charset="0"/>
          <a:cs typeface="Arial" charset="0"/>
        </a:defRPr>
      </a:lvl3pPr>
      <a:lvl4pPr algn="l" rtl="0" eaLnBrk="0" fontAlgn="base" hangingPunct="0">
        <a:spcBef>
          <a:spcPct val="0"/>
        </a:spcBef>
        <a:spcAft>
          <a:spcPct val="0"/>
        </a:spcAft>
        <a:defRPr sz="2000" b="1">
          <a:solidFill>
            <a:schemeClr val="tx2"/>
          </a:solidFill>
          <a:latin typeface="Arial" charset="0"/>
          <a:cs typeface="Arial" charset="0"/>
        </a:defRPr>
      </a:lvl4pPr>
      <a:lvl5pPr algn="l" rtl="0" eaLnBrk="0" fontAlgn="base" hangingPunct="0">
        <a:spcBef>
          <a:spcPct val="0"/>
        </a:spcBef>
        <a:spcAft>
          <a:spcPct val="0"/>
        </a:spcAft>
        <a:defRPr sz="2000" b="1">
          <a:solidFill>
            <a:schemeClr val="tx2"/>
          </a:solidFill>
          <a:latin typeface="Arial" charset="0"/>
          <a:cs typeface="Arial" charset="0"/>
        </a:defRPr>
      </a:lvl5pPr>
      <a:lvl6pPr marL="457200" algn="l" rtl="0" fontAlgn="base">
        <a:spcBef>
          <a:spcPct val="0"/>
        </a:spcBef>
        <a:spcAft>
          <a:spcPct val="0"/>
        </a:spcAft>
        <a:defRPr sz="2000" b="1">
          <a:solidFill>
            <a:schemeClr val="tx2"/>
          </a:solidFill>
          <a:latin typeface="Arial" charset="0"/>
          <a:cs typeface="Arial" charset="0"/>
        </a:defRPr>
      </a:lvl6pPr>
      <a:lvl7pPr marL="914400" algn="l" rtl="0" fontAlgn="base">
        <a:spcBef>
          <a:spcPct val="0"/>
        </a:spcBef>
        <a:spcAft>
          <a:spcPct val="0"/>
        </a:spcAft>
        <a:defRPr sz="2000" b="1">
          <a:solidFill>
            <a:schemeClr val="tx2"/>
          </a:solidFill>
          <a:latin typeface="Arial" charset="0"/>
          <a:cs typeface="Arial" charset="0"/>
        </a:defRPr>
      </a:lvl7pPr>
      <a:lvl8pPr marL="1371600" algn="l" rtl="0" fontAlgn="base">
        <a:spcBef>
          <a:spcPct val="0"/>
        </a:spcBef>
        <a:spcAft>
          <a:spcPct val="0"/>
        </a:spcAft>
        <a:defRPr sz="2000" b="1">
          <a:solidFill>
            <a:schemeClr val="tx2"/>
          </a:solidFill>
          <a:latin typeface="Arial" charset="0"/>
          <a:cs typeface="Arial" charset="0"/>
        </a:defRPr>
      </a:lvl8pPr>
      <a:lvl9pPr marL="1828800" algn="l" rtl="0" fontAlgn="base">
        <a:spcBef>
          <a:spcPct val="0"/>
        </a:spcBef>
        <a:spcAft>
          <a:spcPct val="0"/>
        </a:spcAft>
        <a:defRPr sz="2000" b="1">
          <a:solidFill>
            <a:schemeClr val="tx2"/>
          </a:solidFill>
          <a:latin typeface="Arial" charset="0"/>
          <a:cs typeface="Arial" charset="0"/>
        </a:defRPr>
      </a:lvl9pPr>
    </p:titleStyle>
    <p:bodyStyle>
      <a:lvl1pPr algn="l" rtl="0" eaLnBrk="0" fontAlgn="base" hangingPunct="0">
        <a:lnSpc>
          <a:spcPct val="100000"/>
        </a:lnSpc>
        <a:spcBef>
          <a:spcPct val="0"/>
        </a:spcBef>
        <a:spcAft>
          <a:spcPct val="0"/>
        </a:spcAft>
        <a:defRPr sz="1600" kern="1200">
          <a:solidFill>
            <a:schemeClr val="tx1"/>
          </a:solidFill>
          <a:latin typeface="+mn-lt"/>
          <a:ea typeface="+mn-ea"/>
          <a:cs typeface="+mn-cs"/>
        </a:defRPr>
      </a:lvl1pPr>
      <a:lvl2pPr marL="176213" indent="-176213" algn="l" rtl="0" eaLnBrk="0" fontAlgn="base" hangingPunct="0">
        <a:lnSpc>
          <a:spcPct val="100000"/>
        </a:lnSpc>
        <a:spcBef>
          <a:spcPct val="0"/>
        </a:spcBef>
        <a:spcAft>
          <a:spcPct val="0"/>
        </a:spcAft>
        <a:buFont typeface="Arial" charset="0"/>
        <a:buChar char="•"/>
        <a:defRPr sz="1600" kern="1200">
          <a:solidFill>
            <a:schemeClr val="tx1"/>
          </a:solidFill>
          <a:latin typeface="+mn-lt"/>
          <a:ea typeface="+mn-ea"/>
          <a:cs typeface="+mn-cs"/>
        </a:defRPr>
      </a:lvl2pPr>
      <a:lvl3pPr marL="360363" indent="-184150"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3pPr>
      <a:lvl4pPr marL="538163" indent="-177800"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4pPr>
      <a:lvl5pPr marL="714375" indent="-176213"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2880" userDrawn="1">
          <p15:clr>
            <a:srgbClr val="F26B43"/>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Rechteck 5"/>
          <p:cNvSpPr/>
          <p:nvPr/>
        </p:nvSpPr>
        <p:spPr bwMode="hidden">
          <a:xfrm>
            <a:off x="0" y="0"/>
            <a:ext cx="9144000"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endParaRPr lang="de-DE" dirty="0"/>
          </a:p>
        </p:txBody>
      </p:sp>
      <p:pic>
        <p:nvPicPr>
          <p:cNvPr id="4" name="Bild 3" descr="20150416 tum logo blau png final.png"/>
          <p:cNvPicPr>
            <a:picLocks noChangeAspect="1"/>
          </p:cNvPicPr>
          <p:nvPr/>
        </p:nvPicPr>
        <p:blipFill>
          <a:blip r:embed="rId3"/>
          <a:stretch>
            <a:fillRect/>
          </a:stretch>
        </p:blipFill>
        <p:spPr bwMode="black">
          <a:xfrm>
            <a:off x="8218800" y="324000"/>
            <a:ext cx="599513" cy="320288"/>
          </a:xfrm>
          <a:prstGeom prst="rect">
            <a:avLst/>
          </a:prstGeom>
        </p:spPr>
      </p:pic>
      <p:sp>
        <p:nvSpPr>
          <p:cNvPr id="7" name="Foliennummernplatzhalter 4"/>
          <p:cNvSpPr>
            <a:spLocks noGrp="1"/>
          </p:cNvSpPr>
          <p:nvPr>
            <p:ph type="sldNum" sz="quarter" idx="4"/>
          </p:nvPr>
        </p:nvSpPr>
        <p:spPr>
          <a:xfrm>
            <a:off x="6774934" y="4854985"/>
            <a:ext cx="2052000" cy="273844"/>
          </a:xfrm>
          <a:prstGeom prst="rect">
            <a:avLst/>
          </a:prstGeom>
        </p:spPr>
        <p:txBody>
          <a:bodyPr vert="horz" lIns="0" tIns="45720" rIns="0" bIns="45720" rtlCol="0" anchor="ctr"/>
          <a:lstStyle>
            <a:lvl1pPr algn="r">
              <a:defRPr sz="1100">
                <a:solidFill>
                  <a:schemeClr val="bg1"/>
                </a:solidFill>
              </a:defRPr>
            </a:lvl1pPr>
          </a:lstStyle>
          <a:p>
            <a:fld id="{CE58CB1E-F828-4F11-99E0-327109AF9DA4}" type="slidenum">
              <a:rPr lang="de-DE" smtClean="0"/>
              <a:pPr/>
              <a:t>‹#›</a:t>
            </a:fld>
            <a:endParaRPr lang="de-DE" dirty="0"/>
          </a:p>
        </p:txBody>
      </p:sp>
      <p:sp>
        <p:nvSpPr>
          <p:cNvPr id="8" name="Fußzeilenplatzhalter 3"/>
          <p:cNvSpPr>
            <a:spLocks noGrp="1"/>
          </p:cNvSpPr>
          <p:nvPr>
            <p:ph type="ftr" sz="quarter" idx="3"/>
          </p:nvPr>
        </p:nvSpPr>
        <p:spPr>
          <a:xfrm>
            <a:off x="311162" y="4854985"/>
            <a:ext cx="6464280" cy="273844"/>
          </a:xfrm>
          <a:prstGeom prst="rect">
            <a:avLst/>
          </a:prstGeom>
        </p:spPr>
        <p:txBody>
          <a:bodyPr vert="horz" lIns="0" tIns="45720" rIns="0" bIns="45720" rtlCol="0" anchor="ctr"/>
          <a:lstStyle>
            <a:lvl1pPr algn="l">
              <a:defRPr sz="1100">
                <a:solidFill>
                  <a:schemeClr val="bg1"/>
                </a:solidFill>
              </a:defRPr>
            </a:lvl1pPr>
          </a:lstStyle>
          <a:p>
            <a:r>
              <a:rPr lang="de-DE" dirty="0"/>
              <a:t>Dr. rer. nat. Erika Mustermann (TUM) | kann beliebig erweitert werden | Infos mit Strich trennen</a:t>
            </a:r>
            <a:endParaRPr lang="en-US" dirty="0"/>
          </a:p>
        </p:txBody>
      </p:sp>
    </p:spTree>
  </p:cSld>
  <p:clrMap bg1="lt1" tx1="dk1" bg2="lt2" tx2="dk2" accent1="accent1" accent2="accent2" accent3="accent3" accent4="accent4" accent5="accent5" accent6="accent6" hlink="hlink" folHlink="folHlink"/>
  <p:sldLayoutIdLst>
    <p:sldLayoutId id="2147483685" r:id="rId1"/>
  </p:sldLayoutIdLst>
  <p:hf hdr="0" dt="0"/>
  <p:txStyles>
    <p:titleStyle>
      <a:lvl1pPr algn="l" rtl="0" eaLnBrk="0" fontAlgn="base" hangingPunct="0">
        <a:lnSpc>
          <a:spcPct val="125000"/>
        </a:lnSpc>
        <a:spcBef>
          <a:spcPct val="0"/>
        </a:spcBef>
        <a:spcAft>
          <a:spcPct val="0"/>
        </a:spcAft>
        <a:defRPr sz="2200" b="0" kern="1200">
          <a:solidFill>
            <a:schemeClr val="tx1"/>
          </a:solidFill>
          <a:latin typeface="+mj-lt"/>
          <a:ea typeface="+mj-ea"/>
          <a:cs typeface="+mj-cs"/>
        </a:defRPr>
      </a:lvl1pPr>
      <a:lvl2pPr algn="l" rtl="0" eaLnBrk="0" fontAlgn="base" hangingPunct="0">
        <a:spcBef>
          <a:spcPct val="0"/>
        </a:spcBef>
        <a:spcAft>
          <a:spcPct val="0"/>
        </a:spcAft>
        <a:defRPr sz="2000" b="1">
          <a:solidFill>
            <a:schemeClr val="tx2"/>
          </a:solidFill>
          <a:latin typeface="Arial" charset="0"/>
          <a:cs typeface="Arial" charset="0"/>
        </a:defRPr>
      </a:lvl2pPr>
      <a:lvl3pPr algn="l" rtl="0" eaLnBrk="0" fontAlgn="base" hangingPunct="0">
        <a:spcBef>
          <a:spcPct val="0"/>
        </a:spcBef>
        <a:spcAft>
          <a:spcPct val="0"/>
        </a:spcAft>
        <a:defRPr sz="2000" b="1">
          <a:solidFill>
            <a:schemeClr val="tx2"/>
          </a:solidFill>
          <a:latin typeface="Arial" charset="0"/>
          <a:cs typeface="Arial" charset="0"/>
        </a:defRPr>
      </a:lvl3pPr>
      <a:lvl4pPr algn="l" rtl="0" eaLnBrk="0" fontAlgn="base" hangingPunct="0">
        <a:spcBef>
          <a:spcPct val="0"/>
        </a:spcBef>
        <a:spcAft>
          <a:spcPct val="0"/>
        </a:spcAft>
        <a:defRPr sz="2000" b="1">
          <a:solidFill>
            <a:schemeClr val="tx2"/>
          </a:solidFill>
          <a:latin typeface="Arial" charset="0"/>
          <a:cs typeface="Arial" charset="0"/>
        </a:defRPr>
      </a:lvl4pPr>
      <a:lvl5pPr algn="l" rtl="0" eaLnBrk="0" fontAlgn="base" hangingPunct="0">
        <a:spcBef>
          <a:spcPct val="0"/>
        </a:spcBef>
        <a:spcAft>
          <a:spcPct val="0"/>
        </a:spcAft>
        <a:defRPr sz="2000" b="1">
          <a:solidFill>
            <a:schemeClr val="tx2"/>
          </a:solidFill>
          <a:latin typeface="Arial" charset="0"/>
          <a:cs typeface="Arial" charset="0"/>
        </a:defRPr>
      </a:lvl5pPr>
      <a:lvl6pPr marL="457200" algn="l" rtl="0" fontAlgn="base">
        <a:spcBef>
          <a:spcPct val="0"/>
        </a:spcBef>
        <a:spcAft>
          <a:spcPct val="0"/>
        </a:spcAft>
        <a:defRPr sz="2000" b="1">
          <a:solidFill>
            <a:schemeClr val="tx2"/>
          </a:solidFill>
          <a:latin typeface="Arial" charset="0"/>
          <a:cs typeface="Arial" charset="0"/>
        </a:defRPr>
      </a:lvl6pPr>
      <a:lvl7pPr marL="914400" algn="l" rtl="0" fontAlgn="base">
        <a:spcBef>
          <a:spcPct val="0"/>
        </a:spcBef>
        <a:spcAft>
          <a:spcPct val="0"/>
        </a:spcAft>
        <a:defRPr sz="2000" b="1">
          <a:solidFill>
            <a:schemeClr val="tx2"/>
          </a:solidFill>
          <a:latin typeface="Arial" charset="0"/>
          <a:cs typeface="Arial" charset="0"/>
        </a:defRPr>
      </a:lvl7pPr>
      <a:lvl8pPr marL="1371600" algn="l" rtl="0" fontAlgn="base">
        <a:spcBef>
          <a:spcPct val="0"/>
        </a:spcBef>
        <a:spcAft>
          <a:spcPct val="0"/>
        </a:spcAft>
        <a:defRPr sz="2000" b="1">
          <a:solidFill>
            <a:schemeClr val="tx2"/>
          </a:solidFill>
          <a:latin typeface="Arial" charset="0"/>
          <a:cs typeface="Arial" charset="0"/>
        </a:defRPr>
      </a:lvl8pPr>
      <a:lvl9pPr marL="1828800" algn="l" rtl="0" fontAlgn="base">
        <a:spcBef>
          <a:spcPct val="0"/>
        </a:spcBef>
        <a:spcAft>
          <a:spcPct val="0"/>
        </a:spcAft>
        <a:defRPr sz="2000" b="1">
          <a:solidFill>
            <a:schemeClr val="tx2"/>
          </a:solidFill>
          <a:latin typeface="Arial" charset="0"/>
          <a:cs typeface="Arial" charset="0"/>
        </a:defRPr>
      </a:lvl9pPr>
    </p:titleStyle>
    <p:bodyStyle>
      <a:lvl1pPr algn="l" rtl="0" eaLnBrk="0" fontAlgn="base" hangingPunct="0">
        <a:lnSpc>
          <a:spcPct val="100000"/>
        </a:lnSpc>
        <a:spcBef>
          <a:spcPct val="0"/>
        </a:spcBef>
        <a:spcAft>
          <a:spcPct val="0"/>
        </a:spcAft>
        <a:defRPr sz="1600" kern="1200">
          <a:solidFill>
            <a:schemeClr val="tx1"/>
          </a:solidFill>
          <a:latin typeface="+mn-lt"/>
          <a:ea typeface="+mn-ea"/>
          <a:cs typeface="+mn-cs"/>
        </a:defRPr>
      </a:lvl1pPr>
      <a:lvl2pPr marL="176213" indent="-176213" algn="l" rtl="0" eaLnBrk="0" fontAlgn="base" hangingPunct="0">
        <a:lnSpc>
          <a:spcPct val="100000"/>
        </a:lnSpc>
        <a:spcBef>
          <a:spcPct val="0"/>
        </a:spcBef>
        <a:spcAft>
          <a:spcPct val="0"/>
        </a:spcAft>
        <a:buFont typeface="Arial" charset="0"/>
        <a:buChar char="•"/>
        <a:defRPr sz="1600" kern="1200">
          <a:solidFill>
            <a:schemeClr val="tx1"/>
          </a:solidFill>
          <a:latin typeface="+mn-lt"/>
          <a:ea typeface="+mn-ea"/>
          <a:cs typeface="+mn-cs"/>
        </a:defRPr>
      </a:lvl2pPr>
      <a:lvl3pPr marL="360363" indent="-184150"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3pPr>
      <a:lvl4pPr marL="538163" indent="-177800"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4pPr>
      <a:lvl5pPr marL="714375" indent="-176213"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2880" userDrawn="1">
          <p15:clr>
            <a:srgbClr val="F26B43"/>
          </p15:clr>
        </p15:guide>
      </p15:sldGuideLst>
    </p:ext>
  </p:extLst>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hteck 6"/>
          <p:cNvSpPr/>
          <p:nvPr/>
        </p:nvSpPr>
        <p:spPr bwMode="hidden">
          <a:xfrm>
            <a:off x="0" y="0"/>
            <a:ext cx="9144000" cy="51435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endParaRPr lang="de-DE" dirty="0">
              <a:solidFill>
                <a:schemeClr val="bg1"/>
              </a:solidFill>
            </a:endParaRPr>
          </a:p>
        </p:txBody>
      </p:sp>
      <p:pic>
        <p:nvPicPr>
          <p:cNvPr id="4" name="Bild 3" descr="20150416 tum logo blau png final.png"/>
          <p:cNvPicPr>
            <a:picLocks noChangeAspect="1"/>
          </p:cNvPicPr>
          <p:nvPr/>
        </p:nvPicPr>
        <p:blipFill>
          <a:blip r:embed="rId3"/>
          <a:stretch>
            <a:fillRect/>
          </a:stretch>
        </p:blipFill>
        <p:spPr bwMode="black">
          <a:xfrm>
            <a:off x="8218800" y="324000"/>
            <a:ext cx="599513" cy="320288"/>
          </a:xfrm>
          <a:prstGeom prst="rect">
            <a:avLst/>
          </a:prstGeom>
        </p:spPr>
      </p:pic>
      <p:sp>
        <p:nvSpPr>
          <p:cNvPr id="9" name="Foliennummernplatzhalter 4"/>
          <p:cNvSpPr>
            <a:spLocks noGrp="1"/>
          </p:cNvSpPr>
          <p:nvPr>
            <p:ph type="sldNum" sz="quarter" idx="4"/>
          </p:nvPr>
        </p:nvSpPr>
        <p:spPr>
          <a:xfrm>
            <a:off x="6774934" y="4854985"/>
            <a:ext cx="2052000" cy="273844"/>
          </a:xfrm>
          <a:prstGeom prst="rect">
            <a:avLst/>
          </a:prstGeom>
        </p:spPr>
        <p:txBody>
          <a:bodyPr vert="horz" lIns="0" tIns="45720" rIns="0" bIns="45720" rtlCol="0" anchor="ctr"/>
          <a:lstStyle>
            <a:lvl1pPr algn="r">
              <a:defRPr sz="1100">
                <a:solidFill>
                  <a:schemeClr val="bg1"/>
                </a:solidFill>
              </a:defRPr>
            </a:lvl1pPr>
          </a:lstStyle>
          <a:p>
            <a:fld id="{CE58CB1E-F828-4F11-99E0-327109AF9DA4}" type="slidenum">
              <a:rPr lang="de-DE" smtClean="0"/>
              <a:pPr/>
              <a:t>‹#›</a:t>
            </a:fld>
            <a:endParaRPr lang="de-DE" dirty="0"/>
          </a:p>
        </p:txBody>
      </p:sp>
      <p:sp>
        <p:nvSpPr>
          <p:cNvPr id="10" name="Fußzeilenplatzhalter 3"/>
          <p:cNvSpPr>
            <a:spLocks noGrp="1"/>
          </p:cNvSpPr>
          <p:nvPr>
            <p:ph type="ftr" sz="quarter" idx="3"/>
          </p:nvPr>
        </p:nvSpPr>
        <p:spPr>
          <a:xfrm>
            <a:off x="311162" y="4854985"/>
            <a:ext cx="6464280" cy="273844"/>
          </a:xfrm>
          <a:prstGeom prst="rect">
            <a:avLst/>
          </a:prstGeom>
        </p:spPr>
        <p:txBody>
          <a:bodyPr vert="horz" lIns="0" tIns="45720" rIns="0" bIns="45720" rtlCol="0" anchor="ctr"/>
          <a:lstStyle>
            <a:lvl1pPr algn="l">
              <a:defRPr sz="1100">
                <a:solidFill>
                  <a:schemeClr val="bg1"/>
                </a:solidFill>
              </a:defRPr>
            </a:lvl1pPr>
          </a:lstStyle>
          <a:p>
            <a:r>
              <a:rPr lang="de-DE" dirty="0"/>
              <a:t>Dr. rer. nat. Erika Mustermann (TUM) | kann beliebig erweitert werden | Infos mit Strich trennen</a:t>
            </a:r>
            <a:endParaRPr lang="en-US" dirty="0"/>
          </a:p>
        </p:txBody>
      </p:sp>
    </p:spTree>
  </p:cSld>
  <p:clrMap bg1="lt1" tx1="dk1" bg2="lt2" tx2="dk2" accent1="accent1" accent2="accent2" accent3="accent3" accent4="accent4" accent5="accent5" accent6="accent6" hlink="hlink" folHlink="folHlink"/>
  <p:sldLayoutIdLst>
    <p:sldLayoutId id="2147483698" r:id="rId1"/>
  </p:sldLayoutIdLst>
  <p:hf hdr="0" dt="0"/>
  <p:txStyles>
    <p:titleStyle>
      <a:lvl1pPr algn="l" rtl="0" eaLnBrk="0" fontAlgn="base" hangingPunct="0">
        <a:lnSpc>
          <a:spcPct val="125000"/>
        </a:lnSpc>
        <a:spcBef>
          <a:spcPct val="0"/>
        </a:spcBef>
        <a:spcAft>
          <a:spcPct val="0"/>
        </a:spcAft>
        <a:defRPr sz="2200" b="0" kern="1200">
          <a:solidFill>
            <a:schemeClr val="tx1"/>
          </a:solidFill>
          <a:latin typeface="+mj-lt"/>
          <a:ea typeface="+mj-ea"/>
          <a:cs typeface="+mj-cs"/>
        </a:defRPr>
      </a:lvl1pPr>
      <a:lvl2pPr algn="l" rtl="0" eaLnBrk="0" fontAlgn="base" hangingPunct="0">
        <a:spcBef>
          <a:spcPct val="0"/>
        </a:spcBef>
        <a:spcAft>
          <a:spcPct val="0"/>
        </a:spcAft>
        <a:defRPr sz="2000" b="1">
          <a:solidFill>
            <a:schemeClr val="tx2"/>
          </a:solidFill>
          <a:latin typeface="Arial" charset="0"/>
          <a:cs typeface="Arial" charset="0"/>
        </a:defRPr>
      </a:lvl2pPr>
      <a:lvl3pPr algn="l" rtl="0" eaLnBrk="0" fontAlgn="base" hangingPunct="0">
        <a:spcBef>
          <a:spcPct val="0"/>
        </a:spcBef>
        <a:spcAft>
          <a:spcPct val="0"/>
        </a:spcAft>
        <a:defRPr sz="2000" b="1">
          <a:solidFill>
            <a:schemeClr val="tx2"/>
          </a:solidFill>
          <a:latin typeface="Arial" charset="0"/>
          <a:cs typeface="Arial" charset="0"/>
        </a:defRPr>
      </a:lvl3pPr>
      <a:lvl4pPr algn="l" rtl="0" eaLnBrk="0" fontAlgn="base" hangingPunct="0">
        <a:spcBef>
          <a:spcPct val="0"/>
        </a:spcBef>
        <a:spcAft>
          <a:spcPct val="0"/>
        </a:spcAft>
        <a:defRPr sz="2000" b="1">
          <a:solidFill>
            <a:schemeClr val="tx2"/>
          </a:solidFill>
          <a:latin typeface="Arial" charset="0"/>
          <a:cs typeface="Arial" charset="0"/>
        </a:defRPr>
      </a:lvl4pPr>
      <a:lvl5pPr algn="l" rtl="0" eaLnBrk="0" fontAlgn="base" hangingPunct="0">
        <a:spcBef>
          <a:spcPct val="0"/>
        </a:spcBef>
        <a:spcAft>
          <a:spcPct val="0"/>
        </a:spcAft>
        <a:defRPr sz="2000" b="1">
          <a:solidFill>
            <a:schemeClr val="tx2"/>
          </a:solidFill>
          <a:latin typeface="Arial" charset="0"/>
          <a:cs typeface="Arial" charset="0"/>
        </a:defRPr>
      </a:lvl5pPr>
      <a:lvl6pPr marL="457200" algn="l" rtl="0" fontAlgn="base">
        <a:spcBef>
          <a:spcPct val="0"/>
        </a:spcBef>
        <a:spcAft>
          <a:spcPct val="0"/>
        </a:spcAft>
        <a:defRPr sz="2000" b="1">
          <a:solidFill>
            <a:schemeClr val="tx2"/>
          </a:solidFill>
          <a:latin typeface="Arial" charset="0"/>
          <a:cs typeface="Arial" charset="0"/>
        </a:defRPr>
      </a:lvl6pPr>
      <a:lvl7pPr marL="914400" algn="l" rtl="0" fontAlgn="base">
        <a:spcBef>
          <a:spcPct val="0"/>
        </a:spcBef>
        <a:spcAft>
          <a:spcPct val="0"/>
        </a:spcAft>
        <a:defRPr sz="2000" b="1">
          <a:solidFill>
            <a:schemeClr val="tx2"/>
          </a:solidFill>
          <a:latin typeface="Arial" charset="0"/>
          <a:cs typeface="Arial" charset="0"/>
        </a:defRPr>
      </a:lvl7pPr>
      <a:lvl8pPr marL="1371600" algn="l" rtl="0" fontAlgn="base">
        <a:spcBef>
          <a:spcPct val="0"/>
        </a:spcBef>
        <a:spcAft>
          <a:spcPct val="0"/>
        </a:spcAft>
        <a:defRPr sz="2000" b="1">
          <a:solidFill>
            <a:schemeClr val="tx2"/>
          </a:solidFill>
          <a:latin typeface="Arial" charset="0"/>
          <a:cs typeface="Arial" charset="0"/>
        </a:defRPr>
      </a:lvl8pPr>
      <a:lvl9pPr marL="1828800" algn="l" rtl="0" fontAlgn="base">
        <a:spcBef>
          <a:spcPct val="0"/>
        </a:spcBef>
        <a:spcAft>
          <a:spcPct val="0"/>
        </a:spcAft>
        <a:defRPr sz="2000" b="1">
          <a:solidFill>
            <a:schemeClr val="tx2"/>
          </a:solidFill>
          <a:latin typeface="Arial" charset="0"/>
          <a:cs typeface="Arial" charset="0"/>
        </a:defRPr>
      </a:lvl9pPr>
    </p:titleStyle>
    <p:bodyStyle>
      <a:lvl1pPr algn="l" rtl="0" eaLnBrk="0" fontAlgn="base" hangingPunct="0">
        <a:lnSpc>
          <a:spcPct val="100000"/>
        </a:lnSpc>
        <a:spcBef>
          <a:spcPct val="0"/>
        </a:spcBef>
        <a:spcAft>
          <a:spcPct val="0"/>
        </a:spcAft>
        <a:defRPr sz="1600" kern="1200">
          <a:solidFill>
            <a:schemeClr val="tx1"/>
          </a:solidFill>
          <a:latin typeface="+mn-lt"/>
          <a:ea typeface="+mn-ea"/>
          <a:cs typeface="+mn-cs"/>
        </a:defRPr>
      </a:lvl1pPr>
      <a:lvl2pPr marL="176213" indent="-176213" algn="l" rtl="0" eaLnBrk="0" fontAlgn="base" hangingPunct="0">
        <a:lnSpc>
          <a:spcPct val="100000"/>
        </a:lnSpc>
        <a:spcBef>
          <a:spcPct val="0"/>
        </a:spcBef>
        <a:spcAft>
          <a:spcPct val="0"/>
        </a:spcAft>
        <a:buFont typeface="Arial" charset="0"/>
        <a:buChar char="•"/>
        <a:defRPr sz="1600" kern="1200">
          <a:solidFill>
            <a:schemeClr val="tx1"/>
          </a:solidFill>
          <a:latin typeface="+mn-lt"/>
          <a:ea typeface="+mn-ea"/>
          <a:cs typeface="+mn-cs"/>
        </a:defRPr>
      </a:lvl2pPr>
      <a:lvl3pPr marL="360363" indent="-184150"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3pPr>
      <a:lvl4pPr marL="538163" indent="-177800"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4pPr>
      <a:lvl5pPr marL="714375" indent="-176213"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288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xml"/><Relationship Id="rId3" Type="http://schemas.openxmlformats.org/officeDocument/2006/relationships/chart" Target="../charts/char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9.xml"/><Relationship Id="rId3" Type="http://schemas.openxmlformats.org/officeDocument/2006/relationships/chart" Target="../charts/char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10896" y="4855464"/>
            <a:ext cx="6464808" cy="274320"/>
          </a:xfrm>
          <a:prstGeom prst="rect">
            <a:avLst/>
          </a:prstGeom>
          <a:noFill/>
        </p:spPr>
        <p:txBody>
          <a:bodyPr wrap="square" lIns="0" rIns="0" tIns="0" bIns="0" anchor="ctr">
            <a:spAutoFit/>
          </a:bodyPr>
          <a:lstStyle/>
          <a:p>
            <a:pPr algn="l"/>
            <a:r>
              <a:rPr sz="800" b="0" i="0">
                <a:solidFill>
                  <a:srgbClr val="8C8C8C"/>
                </a:solidFill>
                <a:latin typeface="Arial"/>
              </a:rPr>
              <a:t>Christoph Feldkircher | Ming Lee | Akshat Chouksey | ML4Health SS26 | Cold Detection on URTIC</a:t>
            </a:r>
          </a:p>
        </p:txBody>
      </p:sp>
      <p:sp>
        <p:nvSpPr>
          <p:cNvPr id="3" name="TextBox 2"/>
          <p:cNvSpPr txBox="1"/>
          <p:nvPr/>
        </p:nvSpPr>
        <p:spPr>
          <a:xfrm>
            <a:off x="6775704" y="4855464"/>
            <a:ext cx="2048256" cy="274320"/>
          </a:xfrm>
          <a:prstGeom prst="rect">
            <a:avLst/>
          </a:prstGeom>
          <a:noFill/>
        </p:spPr>
        <p:txBody>
          <a:bodyPr wrap="square" lIns="0" rIns="0" tIns="0" bIns="0" anchor="ctr">
            <a:spAutoFit/>
          </a:bodyPr>
          <a:lstStyle/>
          <a:p>
            <a:pPr algn="r"/>
            <a:r>
              <a:rPr sz="800" b="0" i="0">
                <a:solidFill>
                  <a:srgbClr val="8C8C8C"/>
                </a:solidFill>
                <a:latin typeface="Arial"/>
              </a:rPr>
              <a:t>1</a:t>
            </a:r>
          </a:p>
        </p:txBody>
      </p:sp>
      <p:sp>
        <p:nvSpPr>
          <p:cNvPr id="4" name="TextBox 3"/>
          <p:cNvSpPr txBox="1"/>
          <p:nvPr/>
        </p:nvSpPr>
        <p:spPr>
          <a:xfrm>
            <a:off x="310896" y="1481328"/>
            <a:ext cx="7863840" cy="502920"/>
          </a:xfrm>
          <a:prstGeom prst="rect">
            <a:avLst/>
          </a:prstGeom>
          <a:noFill/>
        </p:spPr>
        <p:txBody>
          <a:bodyPr wrap="square" lIns="0" rIns="0" tIns="0" bIns="0" anchor="t">
            <a:spAutoFit/>
          </a:bodyPr>
          <a:lstStyle/>
          <a:p>
            <a:pPr algn="l"/>
            <a:r>
              <a:rPr sz="3000" b="1" i="0">
                <a:solidFill>
                  <a:srgbClr val="000000"/>
                </a:solidFill>
                <a:latin typeface="Arial"/>
              </a:rPr>
              <a:t>Making the Number Mean Something</a:t>
            </a:r>
          </a:p>
        </p:txBody>
      </p:sp>
      <p:sp>
        <p:nvSpPr>
          <p:cNvPr id="5" name="TextBox 4"/>
          <p:cNvSpPr txBox="1"/>
          <p:nvPr/>
        </p:nvSpPr>
        <p:spPr>
          <a:xfrm>
            <a:off x="310896" y="2048256"/>
            <a:ext cx="7863840" cy="310896"/>
          </a:xfrm>
          <a:prstGeom prst="rect">
            <a:avLst/>
          </a:prstGeom>
          <a:noFill/>
        </p:spPr>
        <p:txBody>
          <a:bodyPr wrap="square" lIns="0" rIns="0" tIns="0" bIns="0" anchor="t">
            <a:spAutoFit/>
          </a:bodyPr>
          <a:lstStyle/>
          <a:p>
            <a:pPr algn="l"/>
            <a:r>
              <a:rPr sz="1500" b="0" i="0">
                <a:solidFill>
                  <a:srgbClr val="0065BD"/>
                </a:solidFill>
                <a:latin typeface="Arial"/>
              </a:rPr>
              <a:t>Speaker-disjoint evaluation for cold detection on URTIC</a:t>
            </a:r>
          </a:p>
        </p:txBody>
      </p:sp>
      <p:sp>
        <p:nvSpPr>
          <p:cNvPr id="6" name="Rectangle 5"/>
          <p:cNvSpPr/>
          <p:nvPr/>
        </p:nvSpPr>
        <p:spPr>
          <a:xfrm>
            <a:off x="310896" y="2542032"/>
            <a:ext cx="566928" cy="32004"/>
          </a:xfrm>
          <a:prstGeom prst="rect">
            <a:avLst/>
          </a:prstGeom>
          <a:solidFill>
            <a:srgbClr val="E37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10896" y="2761488"/>
            <a:ext cx="6949440" cy="566928"/>
          </a:xfrm>
          <a:prstGeom prst="rect">
            <a:avLst/>
          </a:prstGeom>
          <a:noFill/>
        </p:spPr>
        <p:txBody>
          <a:bodyPr wrap="square" lIns="0" rIns="0" tIns="0" bIns="0" anchor="t">
            <a:spAutoFit/>
          </a:bodyPr>
          <a:lstStyle/>
          <a:p>
            <a:pPr algn="l">
              <a:spcAft>
                <a:spcPts val="300"/>
              </a:spcAft>
            </a:pPr>
            <a:r>
              <a:rPr sz="1200" b="0" i="1">
                <a:solidFill>
                  <a:srgbClr val="595959"/>
                </a:solidFill>
                <a:latin typeface="Arial"/>
              </a:rPr>
              <a:t>Our midterm validation did not transfer to the test set.</a:t>
            </a:r>
          </a:p>
          <a:p>
            <a:pPr algn="l">
              <a:spcAft>
                <a:spcPts val="300"/>
              </a:spcAft>
            </a:pPr>
            <a:r>
              <a:rPr sz="1200" b="0" i="1">
                <a:solidFill>
                  <a:srgbClr val="595959"/>
                </a:solidFill>
                <a:latin typeface="Arial"/>
              </a:rPr>
              <a:t>So how do we produce a number that means something?</a:t>
            </a:r>
          </a:p>
        </p:txBody>
      </p:sp>
      <p:sp>
        <p:nvSpPr>
          <p:cNvPr id="8" name="TextBox 7"/>
          <p:cNvSpPr txBox="1"/>
          <p:nvPr/>
        </p:nvSpPr>
        <p:spPr>
          <a:xfrm>
            <a:off x="310896" y="3913632"/>
            <a:ext cx="7863840" cy="237744"/>
          </a:xfrm>
          <a:prstGeom prst="rect">
            <a:avLst/>
          </a:prstGeom>
          <a:noFill/>
        </p:spPr>
        <p:txBody>
          <a:bodyPr wrap="square" lIns="0" rIns="0" tIns="0" bIns="0" anchor="t">
            <a:spAutoFit/>
          </a:bodyPr>
          <a:lstStyle/>
          <a:p>
            <a:pPr algn="l"/>
            <a:r>
              <a:rPr sz="1200" b="1" i="0">
                <a:solidFill>
                  <a:srgbClr val="000000"/>
                </a:solidFill>
                <a:latin typeface="Arial"/>
              </a:rPr>
              <a:t>Christoph Feldkircher   ·   Ming Lee   ·   Akshat Chouksey</a:t>
            </a:r>
          </a:p>
        </p:txBody>
      </p:sp>
      <p:sp>
        <p:nvSpPr>
          <p:cNvPr id="9" name="TextBox 8"/>
          <p:cNvSpPr txBox="1"/>
          <p:nvPr/>
        </p:nvSpPr>
        <p:spPr>
          <a:xfrm>
            <a:off x="310896" y="4206240"/>
            <a:ext cx="7863840" cy="457200"/>
          </a:xfrm>
          <a:prstGeom prst="rect">
            <a:avLst/>
          </a:prstGeom>
          <a:noFill/>
        </p:spPr>
        <p:txBody>
          <a:bodyPr wrap="square" lIns="0" rIns="0" tIns="0" bIns="0" anchor="t">
            <a:spAutoFit/>
          </a:bodyPr>
          <a:lstStyle/>
          <a:p>
            <a:pPr algn="l">
              <a:spcAft>
                <a:spcPts val="200"/>
              </a:spcAft>
            </a:pPr>
            <a:r>
              <a:rPr sz="1000" b="0" i="0">
                <a:solidFill>
                  <a:srgbClr val="595959"/>
                </a:solidFill>
                <a:latin typeface="Arial"/>
              </a:rPr>
              <a:t>Advanced Practical Course: Machine Learning for Health</a:t>
            </a:r>
          </a:p>
          <a:p>
            <a:pPr algn="l">
              <a:spcAft>
                <a:spcPts val="200"/>
              </a:spcAft>
            </a:pPr>
            <a:r>
              <a:rPr sz="1000" b="0" i="0">
                <a:solidFill>
                  <a:srgbClr val="595959"/>
                </a:solidFill>
                <a:latin typeface="Arial"/>
              </a:rPr>
              <a:t>Technische Universität München   ·   SS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500" b="1">
                <a:solidFill>
                  <a:srgbClr val="000000"/>
                </a:solidFill>
                <a:latin typeface="Arial"/>
              </a:rPr>
              <a:t>The task</a:t>
            </a:r>
          </a:p>
        </p:txBody>
      </p:sp>
      <p:sp>
        <p:nvSpPr>
          <p:cNvPr id="3" name="Text Placeholder 2"/>
          <p:cNvSpPr>
            <a:spLocks noGrp="1"/>
          </p:cNvSpPr>
          <p:nvPr>
            <p:ph type="body" idx="14" sz="quarter"/>
          </p:nvPr>
        </p:nvSpPr>
        <p:spPr/>
        <p:txBody>
          <a:bodyPr/>
          <a:lstStyle/>
          <a:p>
            <a:r>
              <a:rPr sz="1300" b="0">
                <a:solidFill>
                  <a:srgbClr val="0065BD"/>
                </a:solidFill>
                <a:latin typeface="Arial"/>
              </a:rPr>
              <a:t>ComParE 2017 Cold sub-challenge, URTIC corpus</a:t>
            </a:r>
          </a:p>
        </p:txBody>
      </p:sp>
      <p:sp>
        <p:nvSpPr>
          <p:cNvPr id="4" name="TextBox 3"/>
          <p:cNvSpPr txBox="1"/>
          <p:nvPr/>
        </p:nvSpPr>
        <p:spPr>
          <a:xfrm>
            <a:off x="310896" y="4855464"/>
            <a:ext cx="6464808" cy="274320"/>
          </a:xfrm>
          <a:prstGeom prst="rect">
            <a:avLst/>
          </a:prstGeom>
          <a:noFill/>
        </p:spPr>
        <p:txBody>
          <a:bodyPr wrap="square" lIns="0" rIns="0" tIns="0" bIns="0" anchor="ctr">
            <a:spAutoFit/>
          </a:bodyPr>
          <a:lstStyle/>
          <a:p>
            <a:pPr algn="l"/>
            <a:r>
              <a:rPr sz="800" b="0" i="0">
                <a:solidFill>
                  <a:srgbClr val="8C8C8C"/>
                </a:solidFill>
                <a:latin typeface="Arial"/>
              </a:rPr>
              <a:t>Christoph Feldkircher | Ming Lee | Akshat Chouksey | ML4Health SS26 | Cold Detection on URTIC</a:t>
            </a:r>
          </a:p>
        </p:txBody>
      </p:sp>
      <p:sp>
        <p:nvSpPr>
          <p:cNvPr id="5" name="TextBox 4"/>
          <p:cNvSpPr txBox="1"/>
          <p:nvPr/>
        </p:nvSpPr>
        <p:spPr>
          <a:xfrm>
            <a:off x="6775704" y="4855464"/>
            <a:ext cx="2048256" cy="274320"/>
          </a:xfrm>
          <a:prstGeom prst="rect">
            <a:avLst/>
          </a:prstGeom>
          <a:noFill/>
        </p:spPr>
        <p:txBody>
          <a:bodyPr wrap="square" lIns="0" rIns="0" tIns="0" bIns="0" anchor="ctr">
            <a:spAutoFit/>
          </a:bodyPr>
          <a:lstStyle/>
          <a:p>
            <a:pPr algn="r"/>
            <a:r>
              <a:rPr sz="800" b="0" i="0">
                <a:solidFill>
                  <a:srgbClr val="8C8C8C"/>
                </a:solidFill>
                <a:latin typeface="Arial"/>
              </a:rPr>
              <a:t>2</a:t>
            </a:r>
          </a:p>
        </p:txBody>
      </p:sp>
      <p:sp>
        <p:nvSpPr>
          <p:cNvPr id="6" name="TextBox 5"/>
          <p:cNvSpPr txBox="1"/>
          <p:nvPr/>
        </p:nvSpPr>
        <p:spPr>
          <a:xfrm>
            <a:off x="310896" y="1188720"/>
            <a:ext cx="1097280" cy="237744"/>
          </a:xfrm>
          <a:prstGeom prst="rect">
            <a:avLst/>
          </a:prstGeom>
          <a:noFill/>
        </p:spPr>
        <p:txBody>
          <a:bodyPr wrap="square" lIns="0" rIns="0" tIns="0" bIns="0" anchor="ctr">
            <a:spAutoFit/>
          </a:bodyPr>
          <a:lstStyle/>
          <a:p>
            <a:pPr algn="r"/>
            <a:r>
              <a:rPr sz="1300" b="1" i="0">
                <a:solidFill>
                  <a:srgbClr val="0065BD"/>
                </a:solidFill>
                <a:latin typeface="Arial"/>
              </a:rPr>
              <a:t>~28,652</a:t>
            </a:r>
          </a:p>
        </p:txBody>
      </p:sp>
      <p:sp>
        <p:nvSpPr>
          <p:cNvPr id="7" name="TextBox 6"/>
          <p:cNvSpPr txBox="1"/>
          <p:nvPr/>
        </p:nvSpPr>
        <p:spPr>
          <a:xfrm>
            <a:off x="1536192" y="1188720"/>
            <a:ext cx="3291840" cy="237744"/>
          </a:xfrm>
          <a:prstGeom prst="rect">
            <a:avLst/>
          </a:prstGeom>
          <a:noFill/>
        </p:spPr>
        <p:txBody>
          <a:bodyPr wrap="square" lIns="0" rIns="0" tIns="0" bIns="0" anchor="ctr">
            <a:spAutoFit/>
          </a:bodyPr>
          <a:lstStyle/>
          <a:p>
            <a:pPr algn="l"/>
            <a:r>
              <a:rPr sz="1100" b="0" i="0">
                <a:solidFill>
                  <a:srgbClr val="595959"/>
                </a:solidFill>
                <a:latin typeface="Arial"/>
              </a:rPr>
              <a:t>audio chunks, German, 16 kHz</a:t>
            </a:r>
          </a:p>
        </p:txBody>
      </p:sp>
      <p:sp>
        <p:nvSpPr>
          <p:cNvPr id="8" name="TextBox 7"/>
          <p:cNvSpPr txBox="1"/>
          <p:nvPr/>
        </p:nvSpPr>
        <p:spPr>
          <a:xfrm>
            <a:off x="310896" y="1572768"/>
            <a:ext cx="1097280" cy="237744"/>
          </a:xfrm>
          <a:prstGeom prst="rect">
            <a:avLst/>
          </a:prstGeom>
          <a:noFill/>
        </p:spPr>
        <p:txBody>
          <a:bodyPr wrap="square" lIns="0" rIns="0" tIns="0" bIns="0" anchor="ctr">
            <a:spAutoFit/>
          </a:bodyPr>
          <a:lstStyle/>
          <a:p>
            <a:pPr algn="r"/>
            <a:r>
              <a:rPr sz="1300" b="1" i="0">
                <a:solidFill>
                  <a:srgbClr val="0065BD"/>
                </a:solidFill>
                <a:latin typeface="Arial"/>
              </a:rPr>
              <a:t>~630</a:t>
            </a:r>
          </a:p>
        </p:txBody>
      </p:sp>
      <p:sp>
        <p:nvSpPr>
          <p:cNvPr id="9" name="TextBox 8"/>
          <p:cNvSpPr txBox="1"/>
          <p:nvPr/>
        </p:nvSpPr>
        <p:spPr>
          <a:xfrm>
            <a:off x="1536192" y="1572768"/>
            <a:ext cx="3291840" cy="237744"/>
          </a:xfrm>
          <a:prstGeom prst="rect">
            <a:avLst/>
          </a:prstGeom>
          <a:noFill/>
        </p:spPr>
        <p:txBody>
          <a:bodyPr wrap="square" lIns="0" rIns="0" tIns="0" bIns="0" anchor="ctr">
            <a:spAutoFit/>
          </a:bodyPr>
          <a:lstStyle/>
          <a:p>
            <a:pPr algn="l"/>
            <a:r>
              <a:rPr sz="1100" b="0" i="0">
                <a:solidFill>
                  <a:srgbClr val="595959"/>
                </a:solidFill>
                <a:latin typeface="Arial"/>
              </a:rPr>
              <a:t>speakers, 210 per partition</a:t>
            </a:r>
          </a:p>
        </p:txBody>
      </p:sp>
      <p:sp>
        <p:nvSpPr>
          <p:cNvPr id="10" name="TextBox 9"/>
          <p:cNvSpPr txBox="1"/>
          <p:nvPr/>
        </p:nvSpPr>
        <p:spPr>
          <a:xfrm>
            <a:off x="310896" y="1956816"/>
            <a:ext cx="1097280" cy="237744"/>
          </a:xfrm>
          <a:prstGeom prst="rect">
            <a:avLst/>
          </a:prstGeom>
          <a:noFill/>
        </p:spPr>
        <p:txBody>
          <a:bodyPr wrap="square" lIns="0" rIns="0" tIns="0" bIns="0" anchor="ctr">
            <a:spAutoFit/>
          </a:bodyPr>
          <a:lstStyle/>
          <a:p>
            <a:pPr algn="r"/>
            <a:r>
              <a:rPr sz="1300" b="1" i="0">
                <a:solidFill>
                  <a:srgbClr val="0065BD"/>
                </a:solidFill>
                <a:latin typeface="Arial"/>
              </a:rPr>
              <a:t>~10 %</a:t>
            </a:r>
          </a:p>
        </p:txBody>
      </p:sp>
      <p:sp>
        <p:nvSpPr>
          <p:cNvPr id="11" name="TextBox 10"/>
          <p:cNvSpPr txBox="1"/>
          <p:nvPr/>
        </p:nvSpPr>
        <p:spPr>
          <a:xfrm>
            <a:off x="1536192" y="1956816"/>
            <a:ext cx="3291840" cy="237744"/>
          </a:xfrm>
          <a:prstGeom prst="rect">
            <a:avLst/>
          </a:prstGeom>
          <a:noFill/>
        </p:spPr>
        <p:txBody>
          <a:bodyPr wrap="square" lIns="0" rIns="0" tIns="0" bIns="0" anchor="ctr">
            <a:spAutoFit/>
          </a:bodyPr>
          <a:lstStyle/>
          <a:p>
            <a:pPr algn="l"/>
            <a:r>
              <a:rPr sz="1100" b="0" i="0">
                <a:solidFill>
                  <a:srgbClr val="595959"/>
                </a:solidFill>
                <a:latin typeface="Arial"/>
              </a:rPr>
              <a:t>cold prevalence, heavily imbalanced</a:t>
            </a:r>
          </a:p>
        </p:txBody>
      </p:sp>
      <p:sp>
        <p:nvSpPr>
          <p:cNvPr id="12" name="TextBox 11"/>
          <p:cNvSpPr txBox="1"/>
          <p:nvPr/>
        </p:nvSpPr>
        <p:spPr>
          <a:xfrm>
            <a:off x="310896" y="2340864"/>
            <a:ext cx="1097280" cy="237744"/>
          </a:xfrm>
          <a:prstGeom prst="rect">
            <a:avLst/>
          </a:prstGeom>
          <a:noFill/>
        </p:spPr>
        <p:txBody>
          <a:bodyPr wrap="square" lIns="0" rIns="0" tIns="0" bIns="0" anchor="ctr">
            <a:spAutoFit/>
          </a:bodyPr>
          <a:lstStyle/>
          <a:p>
            <a:pPr algn="r"/>
            <a:r>
              <a:rPr sz="1300" b="1" i="0">
                <a:solidFill>
                  <a:srgbClr val="0065BD"/>
                </a:solidFill>
                <a:latin typeface="Arial"/>
              </a:rPr>
              <a:t>UAR</a:t>
            </a:r>
          </a:p>
        </p:txBody>
      </p:sp>
      <p:sp>
        <p:nvSpPr>
          <p:cNvPr id="13" name="TextBox 12"/>
          <p:cNvSpPr txBox="1"/>
          <p:nvPr/>
        </p:nvSpPr>
        <p:spPr>
          <a:xfrm>
            <a:off x="1536192" y="2340864"/>
            <a:ext cx="3291840" cy="237744"/>
          </a:xfrm>
          <a:prstGeom prst="rect">
            <a:avLst/>
          </a:prstGeom>
          <a:noFill/>
        </p:spPr>
        <p:txBody>
          <a:bodyPr wrap="square" lIns="0" rIns="0" tIns="0" bIns="0" anchor="ctr">
            <a:spAutoFit/>
          </a:bodyPr>
          <a:lstStyle/>
          <a:p>
            <a:pPr algn="l"/>
            <a:r>
              <a:rPr sz="1100" b="0" i="0">
                <a:solidFill>
                  <a:srgbClr val="595959"/>
                </a:solidFill>
                <a:latin typeface="Arial"/>
              </a:rPr>
              <a:t>unweighted average recall, the challenge metric</a:t>
            </a:r>
          </a:p>
        </p:txBody>
      </p:sp>
      <p:sp>
        <p:nvSpPr>
          <p:cNvPr id="14" name="Rounded Rectangle 13"/>
          <p:cNvSpPr/>
          <p:nvPr/>
        </p:nvSpPr>
        <p:spPr>
          <a:xfrm>
            <a:off x="5074920" y="1133856"/>
            <a:ext cx="3758184" cy="1481328"/>
          </a:xfrm>
          <a:prstGeom prst="roundRect">
            <a:avLst>
              <a:gd name="adj" fmla="val 6000"/>
            </a:avLst>
          </a:prstGeom>
          <a:solidFill>
            <a:srgbClr val="E4EC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85232" y="1207008"/>
            <a:ext cx="1234440" cy="731520"/>
          </a:xfrm>
          <a:prstGeom prst="rect">
            <a:avLst/>
          </a:prstGeom>
          <a:noFill/>
        </p:spPr>
        <p:txBody>
          <a:bodyPr wrap="square" lIns="0" rIns="0" tIns="0" bIns="0" anchor="ctr">
            <a:spAutoFit/>
          </a:bodyPr>
          <a:lstStyle/>
          <a:p>
            <a:pPr algn="ctr"/>
            <a:r>
              <a:rPr sz="4400" b="1" i="0">
                <a:solidFill>
                  <a:srgbClr val="E37222"/>
                </a:solidFill>
                <a:latin typeface="Arial"/>
              </a:rPr>
              <a:t>37</a:t>
            </a:r>
          </a:p>
        </p:txBody>
      </p:sp>
      <p:sp>
        <p:nvSpPr>
          <p:cNvPr id="16" name="TextBox 15"/>
          <p:cNvSpPr txBox="1"/>
          <p:nvPr/>
        </p:nvSpPr>
        <p:spPr>
          <a:xfrm>
            <a:off x="6528816" y="1316736"/>
            <a:ext cx="2103120" cy="219456"/>
          </a:xfrm>
          <a:prstGeom prst="rect">
            <a:avLst/>
          </a:prstGeom>
          <a:noFill/>
        </p:spPr>
        <p:txBody>
          <a:bodyPr wrap="square" lIns="0" rIns="0" tIns="0" bIns="0" anchor="t">
            <a:spAutoFit/>
          </a:bodyPr>
          <a:lstStyle/>
          <a:p>
            <a:pPr algn="l"/>
            <a:r>
              <a:rPr sz="1200" b="1" i="0">
                <a:solidFill>
                  <a:srgbClr val="000000"/>
                </a:solidFill>
                <a:latin typeface="Arial"/>
              </a:rPr>
              <a:t>cold participants</a:t>
            </a:r>
          </a:p>
        </p:txBody>
      </p:sp>
      <p:sp>
        <p:nvSpPr>
          <p:cNvPr id="17" name="TextBox 16"/>
          <p:cNvSpPr txBox="1"/>
          <p:nvPr/>
        </p:nvSpPr>
        <p:spPr>
          <a:xfrm>
            <a:off x="6528816" y="1563624"/>
            <a:ext cx="2103120" cy="384048"/>
          </a:xfrm>
          <a:prstGeom prst="rect">
            <a:avLst/>
          </a:prstGeom>
          <a:noFill/>
        </p:spPr>
        <p:txBody>
          <a:bodyPr wrap="square" lIns="0" rIns="0" tIns="0" bIns="0" anchor="t">
            <a:spAutoFit/>
          </a:bodyPr>
          <a:lstStyle/>
          <a:p>
            <a:pPr algn="l">
              <a:spcAft>
                <a:spcPts val="100"/>
              </a:spcAft>
            </a:pPr>
            <a:r>
              <a:rPr sz="950" b="0" i="0">
                <a:solidFill>
                  <a:srgbClr val="595959"/>
                </a:solidFill>
                <a:latin typeface="Arial"/>
              </a:rPr>
              <a:t>in Train, and 37 in Development</a:t>
            </a:r>
          </a:p>
          <a:p>
            <a:pPr algn="l">
              <a:spcAft>
                <a:spcPts val="100"/>
              </a:spcAft>
            </a:pPr>
            <a:r>
              <a:rPr sz="950" b="0" i="0">
                <a:solidFill>
                  <a:srgbClr val="595959"/>
                </a:solidFill>
                <a:latin typeface="Arial"/>
              </a:rPr>
              <a:t>(173 non-cold each)</a:t>
            </a:r>
          </a:p>
        </p:txBody>
      </p:sp>
      <p:sp>
        <p:nvSpPr>
          <p:cNvPr id="18" name="TextBox 17"/>
          <p:cNvSpPr txBox="1"/>
          <p:nvPr/>
        </p:nvSpPr>
        <p:spPr>
          <a:xfrm>
            <a:off x="5285232" y="2139696"/>
            <a:ext cx="3337560" cy="365760"/>
          </a:xfrm>
          <a:prstGeom prst="rect">
            <a:avLst/>
          </a:prstGeom>
          <a:noFill/>
        </p:spPr>
        <p:txBody>
          <a:bodyPr wrap="square" lIns="0" rIns="0" tIns="0" bIns="0" anchor="ctr">
            <a:spAutoFit/>
          </a:bodyPr>
          <a:lstStyle/>
          <a:p>
            <a:pPr algn="l"/>
            <a:r>
              <a:rPr sz="1000" b="0" i="1">
                <a:solidFill>
                  <a:srgbClr val="005293"/>
                </a:solidFill>
                <a:latin typeface="Arial"/>
              </a:rPr>
              <a:t>The effective sample size is 37 people, not 9,500 clips.</a:t>
            </a:r>
          </a:p>
        </p:txBody>
      </p:sp>
      <p:sp>
        <p:nvSpPr>
          <p:cNvPr id="19" name="Rounded Rectangle 18"/>
          <p:cNvSpPr/>
          <p:nvPr/>
        </p:nvSpPr>
        <p:spPr>
          <a:xfrm>
            <a:off x="310896" y="2889504"/>
            <a:ext cx="8522208" cy="1481328"/>
          </a:xfrm>
          <a:prstGeom prst="roundRect">
            <a:avLst>
              <a:gd name="adj" fmla="val 6000"/>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85216" y="3072384"/>
            <a:ext cx="4206240" cy="237744"/>
          </a:xfrm>
          <a:prstGeom prst="rect">
            <a:avLst/>
          </a:prstGeom>
          <a:noFill/>
        </p:spPr>
        <p:txBody>
          <a:bodyPr wrap="square" lIns="0" rIns="0" tIns="0" bIns="0" anchor="t">
            <a:spAutoFit/>
          </a:bodyPr>
          <a:lstStyle/>
          <a:p>
            <a:pPr algn="l"/>
            <a:r>
              <a:rPr sz="1400" b="1" i="0">
                <a:solidFill>
                  <a:srgbClr val="000000"/>
                </a:solidFill>
                <a:latin typeface="Arial"/>
              </a:rPr>
              <a:t>URTIC is cross-sectional</a:t>
            </a:r>
          </a:p>
        </p:txBody>
      </p:sp>
      <p:sp>
        <p:nvSpPr>
          <p:cNvPr id="21" name="TextBox 20"/>
          <p:cNvSpPr txBox="1"/>
          <p:nvPr/>
        </p:nvSpPr>
        <p:spPr>
          <a:xfrm>
            <a:off x="585216" y="3383280"/>
            <a:ext cx="4297680" cy="402336"/>
          </a:xfrm>
          <a:prstGeom prst="rect">
            <a:avLst/>
          </a:prstGeom>
          <a:noFill/>
        </p:spPr>
        <p:txBody>
          <a:bodyPr wrap="square" lIns="0" rIns="0" tIns="0" bIns="0" anchor="t">
            <a:spAutoFit/>
          </a:bodyPr>
          <a:lstStyle/>
          <a:p>
            <a:pPr algn="l"/>
            <a:r>
              <a:rPr sz="1100" b="0" i="0">
                <a:solidFill>
                  <a:srgbClr val="595959"/>
                </a:solidFill>
                <a:latin typeface="Arial"/>
              </a:rPr>
              <a:t>Each subject is recorded once, in exactly one health state.</a:t>
            </a:r>
          </a:p>
        </p:txBody>
      </p:sp>
      <p:sp>
        <p:nvSpPr>
          <p:cNvPr id="22" name="TextBox 21"/>
          <p:cNvSpPr txBox="1"/>
          <p:nvPr/>
        </p:nvSpPr>
        <p:spPr>
          <a:xfrm>
            <a:off x="585216" y="3931920"/>
            <a:ext cx="4754880" cy="274320"/>
          </a:xfrm>
          <a:prstGeom prst="rect">
            <a:avLst/>
          </a:prstGeom>
          <a:noFill/>
        </p:spPr>
        <p:txBody>
          <a:bodyPr wrap="square" lIns="0" rIns="0" tIns="0" bIns="0" anchor="t">
            <a:spAutoFit/>
          </a:bodyPr>
          <a:lstStyle/>
          <a:p>
            <a:pPr algn="l"/>
            <a:r>
              <a:rPr sz="1000" b="0" i="1">
                <a:solidFill>
                  <a:srgbClr val="8C8C8C"/>
                </a:solidFill>
                <a:latin typeface="Arial"/>
              </a:rPr>
              <a:t>Every failure mode in this talk follows from that one line.</a:t>
            </a:r>
          </a:p>
        </p:txBody>
      </p:sp>
      <p:sp>
        <p:nvSpPr>
          <p:cNvPr id="23" name="TextBox 22"/>
          <p:cNvSpPr txBox="1"/>
          <p:nvPr/>
        </p:nvSpPr>
        <p:spPr>
          <a:xfrm>
            <a:off x="4983480" y="3218688"/>
            <a:ext cx="3657600" cy="658368"/>
          </a:xfrm>
          <a:prstGeom prst="rect">
            <a:avLst/>
          </a:prstGeom>
          <a:noFill/>
        </p:spPr>
        <p:txBody>
          <a:bodyPr wrap="square" lIns="0" rIns="0" tIns="0" bIns="0" anchor="ctr">
            <a:spAutoFit/>
          </a:bodyPr>
          <a:lstStyle/>
          <a:p>
            <a:pPr algn="l">
              <a:spcAft>
                <a:spcPts val="300"/>
              </a:spcAft>
            </a:pPr>
            <a:r>
              <a:rPr sz="1300" b="1" i="0">
                <a:solidFill>
                  <a:srgbClr val="E37222"/>
                </a:solidFill>
                <a:latin typeface="Arial"/>
              </a:rPr>
              <a:t>Therefore: recognising WHO is speaking</a:t>
            </a:r>
          </a:p>
          <a:p>
            <a:pPr algn="l">
              <a:spcAft>
                <a:spcPts val="300"/>
              </a:spcAft>
            </a:pPr>
            <a:r>
              <a:rPr sz="1300" b="1" i="0">
                <a:solidFill>
                  <a:srgbClr val="E37222"/>
                </a:solidFill>
                <a:latin typeface="Arial"/>
              </a:rPr>
              <a:t>leaks WHETHER they are sick.</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500" b="1">
                <a:solidFill>
                  <a:srgbClr val="000000"/>
                </a:solidFill>
                <a:latin typeface="Arial"/>
              </a:rPr>
              <a:t>Where we were at the midterm</a:t>
            </a:r>
          </a:p>
        </p:txBody>
      </p:sp>
      <p:sp>
        <p:nvSpPr>
          <p:cNvPr id="3" name="Text Placeholder 2"/>
          <p:cNvSpPr>
            <a:spLocks noGrp="1"/>
          </p:cNvSpPr>
          <p:nvPr>
            <p:ph type="body" idx="14" sz="quarter"/>
          </p:nvPr>
        </p:nvSpPr>
        <p:spPr/>
        <p:txBody>
          <a:bodyPr/>
          <a:lstStyle/>
          <a:p>
            <a:r>
              <a:rPr sz="1300" b="0">
                <a:solidFill>
                  <a:srgbClr val="0065BD"/>
                </a:solidFill>
                <a:latin typeface="Arial"/>
              </a:rPr>
              <a:t>Three pipelines, three validation setups, three incomparable numbers</a:t>
            </a:r>
          </a:p>
        </p:txBody>
      </p:sp>
      <p:sp>
        <p:nvSpPr>
          <p:cNvPr id="4" name="TextBox 3"/>
          <p:cNvSpPr txBox="1"/>
          <p:nvPr/>
        </p:nvSpPr>
        <p:spPr>
          <a:xfrm>
            <a:off x="310896" y="4855464"/>
            <a:ext cx="6464808" cy="274320"/>
          </a:xfrm>
          <a:prstGeom prst="rect">
            <a:avLst/>
          </a:prstGeom>
          <a:noFill/>
        </p:spPr>
        <p:txBody>
          <a:bodyPr wrap="square" lIns="0" rIns="0" tIns="0" bIns="0" anchor="ctr">
            <a:spAutoFit/>
          </a:bodyPr>
          <a:lstStyle/>
          <a:p>
            <a:pPr algn="l"/>
            <a:r>
              <a:rPr sz="800" b="0" i="0">
                <a:solidFill>
                  <a:srgbClr val="8C8C8C"/>
                </a:solidFill>
                <a:latin typeface="Arial"/>
              </a:rPr>
              <a:t>Christoph Feldkircher | Ming Lee | Akshat Chouksey | ML4Health SS26 | Cold Detection on URTIC</a:t>
            </a:r>
          </a:p>
        </p:txBody>
      </p:sp>
      <p:sp>
        <p:nvSpPr>
          <p:cNvPr id="5" name="TextBox 4"/>
          <p:cNvSpPr txBox="1"/>
          <p:nvPr/>
        </p:nvSpPr>
        <p:spPr>
          <a:xfrm>
            <a:off x="6775704" y="4855464"/>
            <a:ext cx="2048256" cy="274320"/>
          </a:xfrm>
          <a:prstGeom prst="rect">
            <a:avLst/>
          </a:prstGeom>
          <a:noFill/>
        </p:spPr>
        <p:txBody>
          <a:bodyPr wrap="square" lIns="0" rIns="0" tIns="0" bIns="0" anchor="ctr">
            <a:spAutoFit/>
          </a:bodyPr>
          <a:lstStyle/>
          <a:p>
            <a:pPr algn="r"/>
            <a:r>
              <a:rPr sz="800" b="0" i="0">
                <a:solidFill>
                  <a:srgbClr val="8C8C8C"/>
                </a:solidFill>
                <a:latin typeface="Arial"/>
              </a:rPr>
              <a:t>3</a:t>
            </a:r>
          </a:p>
        </p:txBody>
      </p:sp>
      <p:sp>
        <p:nvSpPr>
          <p:cNvPr id="6" name="Rounded Rectangle 5"/>
          <p:cNvSpPr/>
          <p:nvPr/>
        </p:nvSpPr>
        <p:spPr>
          <a:xfrm>
            <a:off x="310896" y="1170432"/>
            <a:ext cx="2688336" cy="1188720"/>
          </a:xfrm>
          <a:prstGeom prst="roundRect">
            <a:avLst>
              <a:gd name="adj" fmla="val 6000"/>
            </a:avLst>
          </a:prstGeom>
          <a:solidFill>
            <a:srgbClr val="FFFFFF"/>
          </a:solidFill>
          <a:ln w="9525">
            <a:solidFill>
              <a:srgbClr val="E4ECF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30352" y="1353312"/>
            <a:ext cx="2286000" cy="457200"/>
          </a:xfrm>
          <a:prstGeom prst="rect">
            <a:avLst/>
          </a:prstGeom>
          <a:noFill/>
        </p:spPr>
        <p:txBody>
          <a:bodyPr wrap="square" lIns="0" rIns="0" tIns="0" bIns="0" anchor="t">
            <a:spAutoFit/>
          </a:bodyPr>
          <a:lstStyle/>
          <a:p>
            <a:pPr algn="l">
              <a:spcAft>
                <a:spcPts val="100"/>
              </a:spcAft>
            </a:pPr>
            <a:r>
              <a:rPr sz="1100" b="1" i="0">
                <a:solidFill>
                  <a:srgbClr val="000000"/>
                </a:solidFill>
                <a:latin typeface="Arial"/>
              </a:rPr>
              <a:t>Frozen WavLM-Large,</a:t>
            </a:r>
          </a:p>
          <a:p>
            <a:pPr algn="l">
              <a:spcAft>
                <a:spcPts val="100"/>
              </a:spcAft>
            </a:pPr>
            <a:r>
              <a:rPr sz="1100" b="1" i="0">
                <a:solidFill>
                  <a:srgbClr val="000000"/>
                </a:solidFill>
                <a:latin typeface="Arial"/>
              </a:rPr>
              <a:t>audit-weighted late fusion</a:t>
            </a:r>
          </a:p>
        </p:txBody>
      </p:sp>
      <p:sp>
        <p:nvSpPr>
          <p:cNvPr id="8" name="TextBox 7"/>
          <p:cNvSpPr txBox="1"/>
          <p:nvPr/>
        </p:nvSpPr>
        <p:spPr>
          <a:xfrm>
            <a:off x="530352" y="1975104"/>
            <a:ext cx="2286000" cy="219456"/>
          </a:xfrm>
          <a:prstGeom prst="rect">
            <a:avLst/>
          </a:prstGeom>
          <a:noFill/>
        </p:spPr>
        <p:txBody>
          <a:bodyPr wrap="square" lIns="0" rIns="0" tIns="0" bIns="0" anchor="t">
            <a:spAutoFit/>
          </a:bodyPr>
          <a:lstStyle/>
          <a:p>
            <a:pPr algn="l"/>
            <a:r>
              <a:rPr sz="1000" b="0" i="0">
                <a:solidFill>
                  <a:srgbClr val="8C8C8C"/>
                </a:solidFill>
                <a:latin typeface="Arial"/>
              </a:rPr>
              <a:t>own devel split</a:t>
            </a:r>
          </a:p>
        </p:txBody>
      </p:sp>
      <p:sp>
        <p:nvSpPr>
          <p:cNvPr id="9" name="Rounded Rectangle 8"/>
          <p:cNvSpPr/>
          <p:nvPr/>
        </p:nvSpPr>
        <p:spPr>
          <a:xfrm>
            <a:off x="3227832" y="1170432"/>
            <a:ext cx="2688336" cy="1188720"/>
          </a:xfrm>
          <a:prstGeom prst="roundRect">
            <a:avLst>
              <a:gd name="adj" fmla="val 6000"/>
            </a:avLst>
          </a:prstGeom>
          <a:solidFill>
            <a:srgbClr val="FFFFFF"/>
          </a:solidFill>
          <a:ln w="9525">
            <a:solidFill>
              <a:srgbClr val="E4ECF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447287" y="1353312"/>
            <a:ext cx="2286000" cy="457200"/>
          </a:xfrm>
          <a:prstGeom prst="rect">
            <a:avLst/>
          </a:prstGeom>
          <a:noFill/>
        </p:spPr>
        <p:txBody>
          <a:bodyPr wrap="square" lIns="0" rIns="0" tIns="0" bIns="0" anchor="t">
            <a:spAutoFit/>
          </a:bodyPr>
          <a:lstStyle/>
          <a:p>
            <a:pPr algn="l">
              <a:spcAft>
                <a:spcPts val="100"/>
              </a:spcAft>
            </a:pPr>
            <a:r>
              <a:rPr sz="1100" b="1" i="0">
                <a:solidFill>
                  <a:srgbClr val="000000"/>
                </a:solidFill>
                <a:latin typeface="Arial"/>
              </a:rPr>
              <a:t>Path log-signatures,</a:t>
            </a:r>
          </a:p>
          <a:p>
            <a:pPr algn="l">
              <a:spcAft>
                <a:spcPts val="100"/>
              </a:spcAft>
            </a:pPr>
            <a:r>
              <a:rPr sz="1100" b="1" i="0">
                <a:solidFill>
                  <a:srgbClr val="000000"/>
                </a:solidFill>
                <a:latin typeface="Arial"/>
              </a:rPr>
              <a:t>classical pipeline</a:t>
            </a:r>
          </a:p>
        </p:txBody>
      </p:sp>
      <p:sp>
        <p:nvSpPr>
          <p:cNvPr id="11" name="TextBox 10"/>
          <p:cNvSpPr txBox="1"/>
          <p:nvPr/>
        </p:nvSpPr>
        <p:spPr>
          <a:xfrm>
            <a:off x="3447287" y="1975104"/>
            <a:ext cx="2286000" cy="219456"/>
          </a:xfrm>
          <a:prstGeom prst="rect">
            <a:avLst/>
          </a:prstGeom>
          <a:noFill/>
        </p:spPr>
        <p:txBody>
          <a:bodyPr wrap="square" lIns="0" rIns="0" tIns="0" bIns="0" anchor="t">
            <a:spAutoFit/>
          </a:bodyPr>
          <a:lstStyle/>
          <a:p>
            <a:pPr algn="l"/>
            <a:r>
              <a:rPr sz="1000" b="0" i="0">
                <a:solidFill>
                  <a:srgbClr val="8C8C8C"/>
                </a:solidFill>
                <a:latin typeface="Arial"/>
              </a:rPr>
              <a:t>own CV split</a:t>
            </a:r>
          </a:p>
        </p:txBody>
      </p:sp>
      <p:sp>
        <p:nvSpPr>
          <p:cNvPr id="12" name="Rounded Rectangle 11"/>
          <p:cNvSpPr/>
          <p:nvPr/>
        </p:nvSpPr>
        <p:spPr>
          <a:xfrm>
            <a:off x="6144768" y="1170432"/>
            <a:ext cx="2688336" cy="1188720"/>
          </a:xfrm>
          <a:prstGeom prst="roundRect">
            <a:avLst>
              <a:gd name="adj" fmla="val 6000"/>
            </a:avLst>
          </a:prstGeom>
          <a:solidFill>
            <a:srgbClr val="FFFFFF"/>
          </a:solidFill>
          <a:ln w="9525">
            <a:solidFill>
              <a:srgbClr val="E4ECF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64224" y="1353312"/>
            <a:ext cx="2286000" cy="457200"/>
          </a:xfrm>
          <a:prstGeom prst="rect">
            <a:avLst/>
          </a:prstGeom>
          <a:noFill/>
        </p:spPr>
        <p:txBody>
          <a:bodyPr wrap="square" lIns="0" rIns="0" tIns="0" bIns="0" anchor="t">
            <a:spAutoFit/>
          </a:bodyPr>
          <a:lstStyle/>
          <a:p>
            <a:pPr algn="l">
              <a:spcAft>
                <a:spcPts val="100"/>
              </a:spcAft>
            </a:pPr>
            <a:r>
              <a:rPr sz="1100" b="1" i="0">
                <a:solidFill>
                  <a:srgbClr val="000000"/>
                </a:solidFill>
                <a:latin typeface="Arial"/>
              </a:rPr>
              <a:t>WavLM Layer 3 + Ridge,</a:t>
            </a:r>
          </a:p>
          <a:p>
            <a:pPr algn="l">
              <a:spcAft>
                <a:spcPts val="100"/>
              </a:spcAft>
            </a:pPr>
            <a:r>
              <a:rPr sz="1100" b="1" i="0">
                <a:solidFill>
                  <a:srgbClr val="000000"/>
                </a:solidFill>
                <a:latin typeface="Arial"/>
              </a:rPr>
              <a:t>grouped CV</a:t>
            </a:r>
          </a:p>
        </p:txBody>
      </p:sp>
      <p:sp>
        <p:nvSpPr>
          <p:cNvPr id="14" name="TextBox 13"/>
          <p:cNvSpPr txBox="1"/>
          <p:nvPr/>
        </p:nvSpPr>
        <p:spPr>
          <a:xfrm>
            <a:off x="6364224" y="1975104"/>
            <a:ext cx="2286000" cy="219456"/>
          </a:xfrm>
          <a:prstGeom prst="rect">
            <a:avLst/>
          </a:prstGeom>
          <a:noFill/>
        </p:spPr>
        <p:txBody>
          <a:bodyPr wrap="square" lIns="0" rIns="0" tIns="0" bIns="0" anchor="t">
            <a:spAutoFit/>
          </a:bodyPr>
          <a:lstStyle/>
          <a:p>
            <a:pPr algn="l"/>
            <a:r>
              <a:rPr sz="1000" b="0" i="0">
                <a:solidFill>
                  <a:srgbClr val="8C8C8C"/>
                </a:solidFill>
                <a:latin typeface="Arial"/>
              </a:rPr>
              <a:t>own grouped CV</a:t>
            </a:r>
          </a:p>
        </p:txBody>
      </p:sp>
      <p:sp>
        <p:nvSpPr>
          <p:cNvPr id="15" name="TextBox 14"/>
          <p:cNvSpPr txBox="1"/>
          <p:nvPr/>
        </p:nvSpPr>
        <p:spPr>
          <a:xfrm>
            <a:off x="310896" y="2523744"/>
            <a:ext cx="8522208" cy="274320"/>
          </a:xfrm>
          <a:prstGeom prst="rect">
            <a:avLst/>
          </a:prstGeom>
          <a:noFill/>
        </p:spPr>
        <p:txBody>
          <a:bodyPr wrap="square" lIns="0" rIns="0" tIns="0" bIns="0" anchor="t">
            <a:spAutoFit/>
          </a:bodyPr>
          <a:lstStyle/>
          <a:p>
            <a:pPr algn="l"/>
            <a:r>
              <a:rPr sz="1000" b="0" i="1">
                <a:solidFill>
                  <a:srgbClr val="595959"/>
                </a:solidFill>
                <a:latin typeface="Arial"/>
              </a:rPr>
              <a:t>Internal numbers ranged from roughly 0.63 to 0.99, and none of them could be compared to any other.</a:t>
            </a:r>
          </a:p>
        </p:txBody>
      </p:sp>
      <p:sp>
        <p:nvSpPr>
          <p:cNvPr id="16" name="Rounded Rectangle 15"/>
          <p:cNvSpPr/>
          <p:nvPr/>
        </p:nvSpPr>
        <p:spPr>
          <a:xfrm>
            <a:off x="310896" y="2962656"/>
            <a:ext cx="8522208" cy="1207008"/>
          </a:xfrm>
          <a:prstGeom prst="roundRect">
            <a:avLst>
              <a:gd name="adj" fmla="val 6000"/>
            </a:avLst>
          </a:prstGeom>
          <a:solidFill>
            <a:srgbClr val="F7F1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85216" y="3163824"/>
            <a:ext cx="4937760" cy="237744"/>
          </a:xfrm>
          <a:prstGeom prst="rect">
            <a:avLst/>
          </a:prstGeom>
          <a:noFill/>
        </p:spPr>
        <p:txBody>
          <a:bodyPr wrap="square" lIns="0" rIns="0" tIns="0" bIns="0" anchor="t">
            <a:spAutoFit/>
          </a:bodyPr>
          <a:lstStyle/>
          <a:p>
            <a:pPr algn="l"/>
            <a:r>
              <a:rPr sz="1300" b="1" i="0">
                <a:solidFill>
                  <a:srgbClr val="000000"/>
                </a:solidFill>
                <a:latin typeface="Arial"/>
              </a:rPr>
              <a:t>Then the test scores came back</a:t>
            </a:r>
          </a:p>
        </p:txBody>
      </p:sp>
      <p:sp>
        <p:nvSpPr>
          <p:cNvPr id="18" name="TextBox 17"/>
          <p:cNvSpPr txBox="1"/>
          <p:nvPr/>
        </p:nvSpPr>
        <p:spPr>
          <a:xfrm>
            <a:off x="585216" y="3493008"/>
            <a:ext cx="5029200" cy="237744"/>
          </a:xfrm>
          <a:prstGeom prst="rect">
            <a:avLst/>
          </a:prstGeom>
          <a:noFill/>
        </p:spPr>
        <p:txBody>
          <a:bodyPr wrap="square" lIns="0" rIns="0" tIns="0" bIns="0" anchor="t">
            <a:spAutoFit/>
          </a:bodyPr>
          <a:lstStyle/>
          <a:p>
            <a:pPr algn="l"/>
            <a:r>
              <a:rPr sz="1100" b="0" i="0">
                <a:solidFill>
                  <a:srgbClr val="595959"/>
                </a:solidFill>
                <a:latin typeface="Arial"/>
              </a:rPr>
              <a:t>Our strongest internal number, 0.70, scored 0.6205 on the test set.</a:t>
            </a:r>
          </a:p>
        </p:txBody>
      </p:sp>
      <p:sp>
        <p:nvSpPr>
          <p:cNvPr id="19" name="TextBox 18"/>
          <p:cNvSpPr txBox="1"/>
          <p:nvPr/>
        </p:nvSpPr>
        <p:spPr>
          <a:xfrm>
            <a:off x="585216" y="3785615"/>
            <a:ext cx="5029200" cy="219456"/>
          </a:xfrm>
          <a:prstGeom prst="rect">
            <a:avLst/>
          </a:prstGeom>
          <a:noFill/>
        </p:spPr>
        <p:txBody>
          <a:bodyPr wrap="square" lIns="0" rIns="0" tIns="0" bIns="0" anchor="t">
            <a:spAutoFit/>
          </a:bodyPr>
          <a:lstStyle/>
          <a:p>
            <a:pPr algn="l"/>
            <a:r>
              <a:rPr sz="1000" b="0" i="1">
                <a:solidFill>
                  <a:srgbClr val="595959"/>
                </a:solidFill>
                <a:latin typeface="Arial"/>
              </a:rPr>
              <a:t>The model was not the problem. The measurement was.</a:t>
            </a:r>
          </a:p>
        </p:txBody>
      </p:sp>
      <p:sp>
        <p:nvSpPr>
          <p:cNvPr id="20" name="TextBox 19"/>
          <p:cNvSpPr txBox="1"/>
          <p:nvPr/>
        </p:nvSpPr>
        <p:spPr>
          <a:xfrm>
            <a:off x="5760720" y="3218688"/>
            <a:ext cx="2834640" cy="457200"/>
          </a:xfrm>
          <a:prstGeom prst="rect">
            <a:avLst/>
          </a:prstGeom>
          <a:noFill/>
        </p:spPr>
        <p:txBody>
          <a:bodyPr wrap="square" lIns="0" rIns="0" tIns="0" bIns="0" anchor="ctr">
            <a:spAutoFit/>
          </a:bodyPr>
          <a:lstStyle/>
          <a:p>
            <a:pPr algn="r"/>
            <a:r>
              <a:rPr sz="2400" b="1" i="0">
                <a:solidFill>
                  <a:srgbClr val="E37222"/>
                </a:solidFill>
                <a:latin typeface="Arial"/>
              </a:rPr>
              <a:t>a 0.08 miss</a:t>
            </a:r>
          </a:p>
        </p:txBody>
      </p:sp>
      <p:sp>
        <p:nvSpPr>
          <p:cNvPr id="21" name="TextBox 20"/>
          <p:cNvSpPr txBox="1"/>
          <p:nvPr/>
        </p:nvSpPr>
        <p:spPr>
          <a:xfrm>
            <a:off x="5760720" y="3712463"/>
            <a:ext cx="2834640" cy="219456"/>
          </a:xfrm>
          <a:prstGeom prst="rect">
            <a:avLst/>
          </a:prstGeom>
          <a:noFill/>
        </p:spPr>
        <p:txBody>
          <a:bodyPr wrap="square" lIns="0" rIns="0" tIns="0" bIns="0" anchor="t">
            <a:spAutoFit/>
          </a:bodyPr>
          <a:lstStyle/>
          <a:p>
            <a:pPr algn="r"/>
            <a:r>
              <a:rPr sz="950" b="0" i="1">
                <a:solidFill>
                  <a:srgbClr val="595959"/>
                </a:solidFill>
                <a:latin typeface="Arial"/>
              </a:rPr>
              <a:t>on the only number that counted</a:t>
            </a:r>
          </a:p>
        </p:txBody>
      </p:sp>
      <p:sp>
        <p:nvSpPr>
          <p:cNvPr id="22" name="TextBox 21"/>
          <p:cNvSpPr txBox="1"/>
          <p:nvPr/>
        </p:nvSpPr>
        <p:spPr>
          <a:xfrm>
            <a:off x="310896" y="4315968"/>
            <a:ext cx="8522208" cy="237744"/>
          </a:xfrm>
          <a:prstGeom prst="rect">
            <a:avLst/>
          </a:prstGeom>
          <a:noFill/>
        </p:spPr>
        <p:txBody>
          <a:bodyPr wrap="square" lIns="0" rIns="0" tIns="0" bIns="0" anchor="ctr">
            <a:spAutoFit/>
          </a:bodyPr>
          <a:lstStyle/>
          <a:p>
            <a:pPr algn="l"/>
            <a:r>
              <a:rPr sz="950" b="0" i="0">
                <a:solidFill>
                  <a:srgbClr val="8C8C8C"/>
                </a:solidFill>
                <a:latin typeface="Arial"/>
              </a:rPr>
              <a:t>For reference, the 2017 challenge baseline on this task is 0.710 UAR, from 6373 openSMILE functionals and an SVM.</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500" b="1">
                <a:solidFill>
                  <a:srgbClr val="000000"/>
                </a:solidFill>
                <a:latin typeface="Arial"/>
              </a:rPr>
              <a:t>Step 1: we fixed the measurement</a:t>
            </a:r>
          </a:p>
        </p:txBody>
      </p:sp>
      <p:sp>
        <p:nvSpPr>
          <p:cNvPr id="3" name="Text Placeholder 2"/>
          <p:cNvSpPr>
            <a:spLocks noGrp="1"/>
          </p:cNvSpPr>
          <p:nvPr>
            <p:ph type="body" idx="14" sz="quarter"/>
          </p:nvPr>
        </p:nvSpPr>
        <p:spPr/>
        <p:txBody>
          <a:bodyPr/>
          <a:lstStyle/>
          <a:p>
            <a:r>
              <a:rPr sz="1300" b="0">
                <a:solidFill>
                  <a:srgbClr val="0065BD"/>
                </a:solidFill>
                <a:latin typeface="Arial"/>
              </a:rPr>
              <a:t>Before comparing anything, we audited how we were measuring it</a:t>
            </a:r>
          </a:p>
        </p:txBody>
      </p:sp>
      <p:sp>
        <p:nvSpPr>
          <p:cNvPr id="4" name="TextBox 3"/>
          <p:cNvSpPr txBox="1"/>
          <p:nvPr/>
        </p:nvSpPr>
        <p:spPr>
          <a:xfrm>
            <a:off x="310896" y="4855464"/>
            <a:ext cx="6464808" cy="274320"/>
          </a:xfrm>
          <a:prstGeom prst="rect">
            <a:avLst/>
          </a:prstGeom>
          <a:noFill/>
        </p:spPr>
        <p:txBody>
          <a:bodyPr wrap="square" lIns="0" rIns="0" tIns="0" bIns="0" anchor="ctr">
            <a:spAutoFit/>
          </a:bodyPr>
          <a:lstStyle/>
          <a:p>
            <a:pPr algn="l"/>
            <a:r>
              <a:rPr sz="800" b="0" i="0">
                <a:solidFill>
                  <a:srgbClr val="8C8C8C"/>
                </a:solidFill>
                <a:latin typeface="Arial"/>
              </a:rPr>
              <a:t>Christoph Feldkircher | Ming Lee | Akshat Chouksey | ML4Health SS26 | Cold Detection on URTIC</a:t>
            </a:r>
          </a:p>
        </p:txBody>
      </p:sp>
      <p:sp>
        <p:nvSpPr>
          <p:cNvPr id="5" name="TextBox 4"/>
          <p:cNvSpPr txBox="1"/>
          <p:nvPr/>
        </p:nvSpPr>
        <p:spPr>
          <a:xfrm>
            <a:off x="6775704" y="4855464"/>
            <a:ext cx="2048256" cy="274320"/>
          </a:xfrm>
          <a:prstGeom prst="rect">
            <a:avLst/>
          </a:prstGeom>
          <a:noFill/>
        </p:spPr>
        <p:txBody>
          <a:bodyPr wrap="square" lIns="0" rIns="0" tIns="0" bIns="0" anchor="ctr">
            <a:spAutoFit/>
          </a:bodyPr>
          <a:lstStyle/>
          <a:p>
            <a:pPr algn="r"/>
            <a:r>
              <a:rPr sz="800" b="0" i="0">
                <a:solidFill>
                  <a:srgbClr val="8C8C8C"/>
                </a:solidFill>
                <a:latin typeface="Arial"/>
              </a:rPr>
              <a:t>4</a:t>
            </a:r>
          </a:p>
        </p:txBody>
      </p:sp>
      <p:sp>
        <p:nvSpPr>
          <p:cNvPr id="6" name="Oval 5"/>
          <p:cNvSpPr/>
          <p:nvPr/>
        </p:nvSpPr>
        <p:spPr>
          <a:xfrm>
            <a:off x="310896" y="1152144"/>
            <a:ext cx="219456" cy="219456"/>
          </a:xfrm>
          <a:prstGeom prst="ellipse">
            <a:avLst/>
          </a:prstGeom>
          <a:solidFill>
            <a:srgbClr val="0065B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a:solidFill>
                  <a:srgbClr val="FFFFFF"/>
                </a:solidFill>
                <a:latin typeface="Arial"/>
              </a:rPr>
              <a:t>1</a:t>
            </a:r>
          </a:p>
        </p:txBody>
      </p:sp>
      <p:sp>
        <p:nvSpPr>
          <p:cNvPr id="7" name="TextBox 6"/>
          <p:cNvSpPr txBox="1"/>
          <p:nvPr/>
        </p:nvSpPr>
        <p:spPr>
          <a:xfrm>
            <a:off x="640080" y="1152144"/>
            <a:ext cx="4023360" cy="219456"/>
          </a:xfrm>
          <a:prstGeom prst="rect">
            <a:avLst/>
          </a:prstGeom>
          <a:noFill/>
        </p:spPr>
        <p:txBody>
          <a:bodyPr wrap="square" lIns="0" rIns="0" tIns="0" bIns="0" anchor="ctr">
            <a:spAutoFit/>
          </a:bodyPr>
          <a:lstStyle/>
          <a:p>
            <a:pPr algn="l"/>
            <a:r>
              <a:rPr sz="1300" b="1" i="0">
                <a:solidFill>
                  <a:srgbClr val="000000"/>
                </a:solidFill>
                <a:latin typeface="Arial"/>
              </a:rPr>
              <a:t>What the audit found</a:t>
            </a:r>
          </a:p>
        </p:txBody>
      </p:sp>
      <p:sp>
        <p:nvSpPr>
          <p:cNvPr id="8" name="TextBox 7"/>
          <p:cNvSpPr txBox="1"/>
          <p:nvPr/>
        </p:nvSpPr>
        <p:spPr>
          <a:xfrm>
            <a:off x="310896" y="1517904"/>
            <a:ext cx="896112" cy="365760"/>
          </a:xfrm>
          <a:prstGeom prst="rect">
            <a:avLst/>
          </a:prstGeom>
          <a:noFill/>
        </p:spPr>
        <p:txBody>
          <a:bodyPr wrap="square" lIns="0" rIns="0" tIns="0" bIns="0" anchor="ctr">
            <a:spAutoFit/>
          </a:bodyPr>
          <a:lstStyle/>
          <a:p>
            <a:pPr algn="r"/>
            <a:r>
              <a:rPr sz="1200" b="1" i="0">
                <a:solidFill>
                  <a:srgbClr val="E37222"/>
                </a:solidFill>
                <a:latin typeface="Arial"/>
              </a:rPr>
              <a:t>~45x</a:t>
            </a:r>
          </a:p>
        </p:txBody>
      </p:sp>
      <p:sp>
        <p:nvSpPr>
          <p:cNvPr id="9" name="TextBox 8"/>
          <p:cNvSpPr txBox="1"/>
          <p:nvPr/>
        </p:nvSpPr>
        <p:spPr>
          <a:xfrm>
            <a:off x="1335024" y="1517904"/>
            <a:ext cx="3200400" cy="365760"/>
          </a:xfrm>
          <a:prstGeom prst="rect">
            <a:avLst/>
          </a:prstGeom>
          <a:noFill/>
        </p:spPr>
        <p:txBody>
          <a:bodyPr wrap="square" lIns="0" rIns="0" tIns="0" bIns="0" anchor="ctr">
            <a:spAutoFit/>
          </a:bodyPr>
          <a:lstStyle/>
          <a:p>
            <a:pPr algn="l"/>
            <a:r>
              <a:rPr sz="950" b="0" i="0">
                <a:solidFill>
                  <a:srgbClr val="595959"/>
                </a:solidFill>
                <a:latin typeface="Arial"/>
              </a:rPr>
              <a:t>the development set was used for selection, so it stopped being a holdout</a:t>
            </a:r>
          </a:p>
        </p:txBody>
      </p:sp>
      <p:sp>
        <p:nvSpPr>
          <p:cNvPr id="10" name="TextBox 9"/>
          <p:cNvSpPr txBox="1"/>
          <p:nvPr/>
        </p:nvSpPr>
        <p:spPr>
          <a:xfrm>
            <a:off x="310896" y="1956816"/>
            <a:ext cx="896112" cy="365760"/>
          </a:xfrm>
          <a:prstGeom prst="rect">
            <a:avLst/>
          </a:prstGeom>
          <a:noFill/>
        </p:spPr>
        <p:txBody>
          <a:bodyPr wrap="square" lIns="0" rIns="0" tIns="0" bIns="0" anchor="ctr">
            <a:spAutoFit/>
          </a:bodyPr>
          <a:lstStyle/>
          <a:p>
            <a:pPr algn="r"/>
            <a:r>
              <a:rPr sz="1200" b="1" i="0">
                <a:solidFill>
                  <a:srgbClr val="E37222"/>
                </a:solidFill>
                <a:latin typeface="Arial"/>
              </a:rPr>
              <a:t>3</a:t>
            </a:r>
          </a:p>
        </p:txBody>
      </p:sp>
      <p:sp>
        <p:nvSpPr>
          <p:cNvPr id="11" name="TextBox 10"/>
          <p:cNvSpPr txBox="1"/>
          <p:nvPr/>
        </p:nvSpPr>
        <p:spPr>
          <a:xfrm>
            <a:off x="1335024" y="1956816"/>
            <a:ext cx="3200400" cy="365760"/>
          </a:xfrm>
          <a:prstGeom prst="rect">
            <a:avLst/>
          </a:prstGeom>
          <a:noFill/>
        </p:spPr>
        <p:txBody>
          <a:bodyPr wrap="square" lIns="0" rIns="0" tIns="0" bIns="0" anchor="ctr">
            <a:spAutoFit/>
          </a:bodyPr>
          <a:lstStyle/>
          <a:p>
            <a:pPr algn="l"/>
            <a:r>
              <a:rPr sz="950" b="0" i="0">
                <a:solidFill>
                  <a:srgbClr val="595959"/>
                </a:solidFill>
                <a:latin typeface="Arial"/>
              </a:rPr>
              <a:t>cold subjects effectively carried the fusion weight and threshold calibration</a:t>
            </a:r>
          </a:p>
        </p:txBody>
      </p:sp>
      <p:sp>
        <p:nvSpPr>
          <p:cNvPr id="12" name="TextBox 11"/>
          <p:cNvSpPr txBox="1"/>
          <p:nvPr/>
        </p:nvSpPr>
        <p:spPr>
          <a:xfrm>
            <a:off x="310896" y="2395728"/>
            <a:ext cx="896112" cy="365760"/>
          </a:xfrm>
          <a:prstGeom prst="rect">
            <a:avLst/>
          </a:prstGeom>
          <a:noFill/>
        </p:spPr>
        <p:txBody>
          <a:bodyPr wrap="square" lIns="0" rIns="0" tIns="0" bIns="0" anchor="ctr">
            <a:spAutoFit/>
          </a:bodyPr>
          <a:lstStyle/>
          <a:p>
            <a:pPr algn="r"/>
            <a:r>
              <a:rPr sz="1200" b="1" i="0">
                <a:solidFill>
                  <a:srgbClr val="E37222"/>
                </a:solidFill>
                <a:latin typeface="Arial"/>
              </a:rPr>
              <a:t>±0.006</a:t>
            </a:r>
          </a:p>
        </p:txBody>
      </p:sp>
      <p:sp>
        <p:nvSpPr>
          <p:cNvPr id="13" name="TextBox 12"/>
          <p:cNvSpPr txBox="1"/>
          <p:nvPr/>
        </p:nvSpPr>
        <p:spPr>
          <a:xfrm>
            <a:off x="1335024" y="2395728"/>
            <a:ext cx="3200400" cy="365760"/>
          </a:xfrm>
          <a:prstGeom prst="rect">
            <a:avLst/>
          </a:prstGeom>
          <a:noFill/>
        </p:spPr>
        <p:txBody>
          <a:bodyPr wrap="square" lIns="0" rIns="0" tIns="0" bIns="0" anchor="ctr">
            <a:spAutoFit/>
          </a:bodyPr>
          <a:lstStyle/>
          <a:p>
            <a:pPr algn="l"/>
            <a:r>
              <a:rPr sz="950" b="0" i="0">
                <a:solidFill>
                  <a:srgbClr val="595959"/>
                </a:solidFill>
                <a:latin typeface="Arial"/>
              </a:rPr>
              <a:t>the uncertainty we reported was seed variation, not variation across speakers</a:t>
            </a:r>
          </a:p>
        </p:txBody>
      </p:sp>
      <p:sp>
        <p:nvSpPr>
          <p:cNvPr id="14" name="TextBox 13"/>
          <p:cNvSpPr txBox="1"/>
          <p:nvPr/>
        </p:nvSpPr>
        <p:spPr>
          <a:xfrm>
            <a:off x="310896" y="2834640"/>
            <a:ext cx="896112" cy="365760"/>
          </a:xfrm>
          <a:prstGeom prst="rect">
            <a:avLst/>
          </a:prstGeom>
          <a:noFill/>
        </p:spPr>
        <p:txBody>
          <a:bodyPr wrap="square" lIns="0" rIns="0" tIns="0" bIns="0" anchor="ctr">
            <a:spAutoFit/>
          </a:bodyPr>
          <a:lstStyle/>
          <a:p>
            <a:pPr algn="r"/>
            <a:r>
              <a:rPr sz="1200" b="1" i="0">
                <a:solidFill>
                  <a:srgbClr val="E37222"/>
                </a:solidFill>
                <a:latin typeface="Arial"/>
              </a:rPr>
              <a:t>15 to 18x</a:t>
            </a:r>
          </a:p>
        </p:txBody>
      </p:sp>
      <p:sp>
        <p:nvSpPr>
          <p:cNvPr id="15" name="TextBox 14"/>
          <p:cNvSpPr txBox="1"/>
          <p:nvPr/>
        </p:nvSpPr>
        <p:spPr>
          <a:xfrm>
            <a:off x="1335024" y="2834640"/>
            <a:ext cx="3200400" cy="365760"/>
          </a:xfrm>
          <a:prstGeom prst="rect">
            <a:avLst/>
          </a:prstGeom>
          <a:noFill/>
        </p:spPr>
        <p:txBody>
          <a:bodyPr wrap="square" lIns="0" rIns="0" tIns="0" bIns="0" anchor="ctr">
            <a:spAutoFit/>
          </a:bodyPr>
          <a:lstStyle/>
          <a:p>
            <a:pPr algn="l"/>
            <a:r>
              <a:rPr sz="950" b="0" i="0">
                <a:solidFill>
                  <a:srgbClr val="595959"/>
                </a:solidFill>
                <a:latin typeface="Arial"/>
              </a:rPr>
              <a:t>our speaker probe understated identity leakage, it was measuring noise</a:t>
            </a:r>
          </a:p>
        </p:txBody>
      </p:sp>
      <p:sp>
        <p:nvSpPr>
          <p:cNvPr id="16" name="Rounded Rectangle 15"/>
          <p:cNvSpPr/>
          <p:nvPr/>
        </p:nvSpPr>
        <p:spPr>
          <a:xfrm>
            <a:off x="310896" y="3346704"/>
            <a:ext cx="4206240" cy="457200"/>
          </a:xfrm>
          <a:prstGeom prst="roundRect">
            <a:avLst>
              <a:gd name="adj" fmla="val 6000"/>
            </a:avLst>
          </a:prstGeom>
          <a:solidFill>
            <a:srgbClr val="005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12064" y="3346704"/>
            <a:ext cx="3840480" cy="457200"/>
          </a:xfrm>
          <a:prstGeom prst="rect">
            <a:avLst/>
          </a:prstGeom>
          <a:noFill/>
        </p:spPr>
        <p:txBody>
          <a:bodyPr wrap="square" lIns="0" rIns="0" tIns="0" bIns="0" anchor="ctr">
            <a:spAutoFit/>
          </a:bodyPr>
          <a:lstStyle/>
          <a:p>
            <a:pPr algn="l"/>
            <a:r>
              <a:rPr sz="1250" b="1" i="0">
                <a:solidFill>
                  <a:srgbClr val="FFFFFF"/>
                </a:solidFill>
                <a:latin typeface="Arial"/>
              </a:rPr>
              <a:t>The corrected number is ~0.62, not 0.70.</a:t>
            </a:r>
          </a:p>
        </p:txBody>
      </p:sp>
      <p:sp>
        <p:nvSpPr>
          <p:cNvPr id="18" name="Rounded Rectangle 17"/>
          <p:cNvSpPr/>
          <p:nvPr/>
        </p:nvSpPr>
        <p:spPr>
          <a:xfrm>
            <a:off x="4846320" y="1133856"/>
            <a:ext cx="3986784" cy="1517904"/>
          </a:xfrm>
          <a:prstGeom prst="roundRect">
            <a:avLst>
              <a:gd name="adj" fmla="val 6000"/>
            </a:avLst>
          </a:prstGeom>
          <a:solidFill>
            <a:srgbClr val="005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65776" y="1280160"/>
            <a:ext cx="3566160" cy="182880"/>
          </a:xfrm>
          <a:prstGeom prst="rect">
            <a:avLst/>
          </a:prstGeom>
          <a:noFill/>
        </p:spPr>
        <p:txBody>
          <a:bodyPr wrap="square" lIns="0" rIns="0" tIns="0" bIns="0" anchor="t">
            <a:spAutoFit/>
          </a:bodyPr>
          <a:lstStyle/>
          <a:p>
            <a:pPr algn="l"/>
            <a:r>
              <a:rPr sz="850" b="1" i="0">
                <a:solidFill>
                  <a:srgbClr val="98C6EA"/>
                </a:solidFill>
                <a:latin typeface="Arial"/>
              </a:rPr>
              <a:t>ONE PROTOCOL FOR ALL THREE PIPELINES</a:t>
            </a:r>
          </a:p>
        </p:txBody>
      </p:sp>
      <p:sp>
        <p:nvSpPr>
          <p:cNvPr id="20" name="TextBox 19"/>
          <p:cNvSpPr txBox="1"/>
          <p:nvPr/>
        </p:nvSpPr>
        <p:spPr>
          <a:xfrm>
            <a:off x="5065776" y="1517904"/>
            <a:ext cx="3566160" cy="512064"/>
          </a:xfrm>
          <a:prstGeom prst="rect">
            <a:avLst/>
          </a:prstGeom>
          <a:noFill/>
        </p:spPr>
        <p:txBody>
          <a:bodyPr wrap="square" lIns="0" rIns="0" tIns="0" bIns="0" anchor="t">
            <a:spAutoFit/>
          </a:bodyPr>
          <a:lstStyle/>
          <a:p>
            <a:pPr algn="l"/>
            <a:r>
              <a:rPr sz="1050" b="1" i="0">
                <a:solidFill>
                  <a:srgbClr val="FFFFFF"/>
                </a:solidFill>
                <a:latin typeface="Arial"/>
              </a:rPr>
              <a:t>ECAPA-TDNN pseudo-speakers, side-local k-means, GroupKFold. One metric (UAR), one held-out protocol.</a:t>
            </a:r>
          </a:p>
        </p:txBody>
      </p:sp>
      <p:sp>
        <p:nvSpPr>
          <p:cNvPr id="21" name="TextBox 20"/>
          <p:cNvSpPr txBox="1"/>
          <p:nvPr/>
        </p:nvSpPr>
        <p:spPr>
          <a:xfrm>
            <a:off x="5065776" y="2139696"/>
            <a:ext cx="3566160" cy="402336"/>
          </a:xfrm>
          <a:prstGeom prst="rect">
            <a:avLst/>
          </a:prstGeom>
          <a:noFill/>
        </p:spPr>
        <p:txBody>
          <a:bodyPr wrap="square" lIns="0" rIns="0" tIns="0" bIns="0" anchor="t">
            <a:spAutoFit/>
          </a:bodyPr>
          <a:lstStyle/>
          <a:p>
            <a:pPr algn="l"/>
            <a:r>
              <a:rPr sz="900" b="0" i="0">
                <a:solidFill>
                  <a:srgbClr val="98C6EA"/>
                </a:solidFill>
                <a:latin typeface="Arial"/>
              </a:rPr>
              <a:t>Every number from here on is measured the same way, so the three approaches finally became comparable.</a:t>
            </a:r>
          </a:p>
        </p:txBody>
      </p:sp>
      <p:sp>
        <p:nvSpPr>
          <p:cNvPr id="22" name="TextBox 21"/>
          <p:cNvSpPr txBox="1"/>
          <p:nvPr/>
        </p:nvSpPr>
        <p:spPr>
          <a:xfrm>
            <a:off x="4846320" y="2798064"/>
            <a:ext cx="3931920" cy="201168"/>
          </a:xfrm>
          <a:prstGeom prst="rect">
            <a:avLst/>
          </a:prstGeom>
          <a:noFill/>
        </p:spPr>
        <p:txBody>
          <a:bodyPr wrap="square" lIns="0" rIns="0" tIns="0" bIns="0" anchor="t">
            <a:spAutoFit/>
          </a:bodyPr>
          <a:lstStyle/>
          <a:p>
            <a:pPr algn="l"/>
            <a:r>
              <a:rPr sz="1000" b="1" i="0">
                <a:solidFill>
                  <a:srgbClr val="000000"/>
                </a:solidFill>
                <a:latin typeface="Arial"/>
              </a:rPr>
              <a:t>We validated the grouping itself:</a:t>
            </a:r>
          </a:p>
        </p:txBody>
      </p:sp>
      <p:sp>
        <p:nvSpPr>
          <p:cNvPr id="23" name="TextBox 22"/>
          <p:cNvSpPr txBox="1"/>
          <p:nvPr/>
        </p:nvSpPr>
        <p:spPr>
          <a:xfrm>
            <a:off x="4846320" y="3072384"/>
            <a:ext cx="1920240" cy="219456"/>
          </a:xfrm>
          <a:prstGeom prst="rect">
            <a:avLst/>
          </a:prstGeom>
          <a:noFill/>
        </p:spPr>
        <p:txBody>
          <a:bodyPr wrap="square" lIns="0" rIns="0" tIns="0" bIns="0" anchor="t">
            <a:spAutoFit/>
          </a:bodyPr>
          <a:lstStyle/>
          <a:p>
            <a:pPr algn="l"/>
            <a:r>
              <a:rPr sz="1300" b="1" i="0">
                <a:solidFill>
                  <a:srgbClr val="0065BD"/>
                </a:solidFill>
                <a:latin typeface="Arial"/>
              </a:rPr>
              <a:t>0.83 to 0.88</a:t>
            </a:r>
          </a:p>
        </p:txBody>
      </p:sp>
      <p:sp>
        <p:nvSpPr>
          <p:cNvPr id="24" name="TextBox 23"/>
          <p:cNvSpPr txBox="1"/>
          <p:nvPr/>
        </p:nvSpPr>
        <p:spPr>
          <a:xfrm>
            <a:off x="4846320" y="3310128"/>
            <a:ext cx="1920240" cy="274320"/>
          </a:xfrm>
          <a:prstGeom prst="rect">
            <a:avLst/>
          </a:prstGeom>
          <a:noFill/>
        </p:spPr>
        <p:txBody>
          <a:bodyPr wrap="square" lIns="0" rIns="0" tIns="0" bIns="0" anchor="t">
            <a:spAutoFit/>
          </a:bodyPr>
          <a:lstStyle/>
          <a:p>
            <a:pPr algn="l"/>
            <a:r>
              <a:rPr sz="900" b="0" i="0">
                <a:solidFill>
                  <a:srgbClr val="595959"/>
                </a:solidFill>
                <a:latin typeface="Arial"/>
              </a:rPr>
              <a:t>cross-method ARI</a:t>
            </a:r>
          </a:p>
        </p:txBody>
      </p:sp>
      <p:sp>
        <p:nvSpPr>
          <p:cNvPr id="25" name="TextBox 24"/>
          <p:cNvSpPr txBox="1"/>
          <p:nvPr/>
        </p:nvSpPr>
        <p:spPr>
          <a:xfrm>
            <a:off x="6903720" y="3072384"/>
            <a:ext cx="1920240" cy="219456"/>
          </a:xfrm>
          <a:prstGeom prst="rect">
            <a:avLst/>
          </a:prstGeom>
          <a:noFill/>
        </p:spPr>
        <p:txBody>
          <a:bodyPr wrap="square" lIns="0" rIns="0" tIns="0" bIns="0" anchor="t">
            <a:spAutoFit/>
          </a:bodyPr>
          <a:lstStyle/>
          <a:p>
            <a:pPr algn="l"/>
            <a:r>
              <a:rPr sz="1300" b="1" i="0">
                <a:solidFill>
                  <a:srgbClr val="0065BD"/>
                </a:solidFill>
                <a:latin typeface="Arial"/>
              </a:rPr>
              <a:t>~205</a:t>
            </a:r>
          </a:p>
        </p:txBody>
      </p:sp>
      <p:sp>
        <p:nvSpPr>
          <p:cNvPr id="26" name="TextBox 25"/>
          <p:cNvSpPr txBox="1"/>
          <p:nvPr/>
        </p:nvSpPr>
        <p:spPr>
          <a:xfrm>
            <a:off x="6903720" y="3310128"/>
            <a:ext cx="1920240" cy="274320"/>
          </a:xfrm>
          <a:prstGeom prst="rect">
            <a:avLst/>
          </a:prstGeom>
          <a:noFill/>
        </p:spPr>
        <p:txBody>
          <a:bodyPr wrap="square" lIns="0" rIns="0" tIns="0" bIns="0" anchor="t">
            <a:spAutoFit/>
          </a:bodyPr>
          <a:lstStyle/>
          <a:p>
            <a:pPr algn="l"/>
            <a:r>
              <a:rPr sz="900" b="0" i="0">
                <a:solidFill>
                  <a:srgbClr val="595959"/>
                </a:solidFill>
                <a:latin typeface="Arial"/>
              </a:rPr>
              <a:t>clusters found, vs 210 by design</a:t>
            </a:r>
          </a:p>
        </p:txBody>
      </p:sp>
      <p:sp>
        <p:nvSpPr>
          <p:cNvPr id="27" name="TextBox 26"/>
          <p:cNvSpPr txBox="1"/>
          <p:nvPr/>
        </p:nvSpPr>
        <p:spPr>
          <a:xfrm>
            <a:off x="4846320" y="3621024"/>
            <a:ext cx="1920240" cy="219456"/>
          </a:xfrm>
          <a:prstGeom prst="rect">
            <a:avLst/>
          </a:prstGeom>
          <a:noFill/>
        </p:spPr>
        <p:txBody>
          <a:bodyPr wrap="square" lIns="0" rIns="0" tIns="0" bIns="0" anchor="t">
            <a:spAutoFit/>
          </a:bodyPr>
          <a:lstStyle/>
          <a:p>
            <a:pPr algn="l"/>
            <a:r>
              <a:rPr sz="1300" b="1" i="0">
                <a:solidFill>
                  <a:srgbClr val="0065BD"/>
                </a:solidFill>
                <a:latin typeface="Arial"/>
              </a:rPr>
              <a:t>~0.89</a:t>
            </a:r>
          </a:p>
        </p:txBody>
      </p:sp>
      <p:sp>
        <p:nvSpPr>
          <p:cNvPr id="28" name="TextBox 27"/>
          <p:cNvSpPr txBox="1"/>
          <p:nvPr/>
        </p:nvSpPr>
        <p:spPr>
          <a:xfrm>
            <a:off x="4846320" y="3858768"/>
            <a:ext cx="1920240" cy="274320"/>
          </a:xfrm>
          <a:prstGeom prst="rect">
            <a:avLst/>
          </a:prstGeom>
          <a:noFill/>
        </p:spPr>
        <p:txBody>
          <a:bodyPr wrap="square" lIns="0" rIns="0" tIns="0" bIns="0" anchor="t">
            <a:spAutoFit/>
          </a:bodyPr>
          <a:lstStyle/>
          <a:p>
            <a:pPr algn="l"/>
            <a:r>
              <a:rPr sz="900" b="0" i="0">
                <a:solidFill>
                  <a:srgbClr val="595959"/>
                </a:solidFill>
                <a:latin typeface="Arial"/>
              </a:rPr>
              <a:t>stability over six seeds</a:t>
            </a:r>
          </a:p>
        </p:txBody>
      </p:sp>
      <p:sp>
        <p:nvSpPr>
          <p:cNvPr id="29" name="TextBox 28"/>
          <p:cNvSpPr txBox="1"/>
          <p:nvPr/>
        </p:nvSpPr>
        <p:spPr>
          <a:xfrm>
            <a:off x="6903720" y="3621024"/>
            <a:ext cx="1920240" cy="219456"/>
          </a:xfrm>
          <a:prstGeom prst="rect">
            <a:avLst/>
          </a:prstGeom>
          <a:noFill/>
        </p:spPr>
        <p:txBody>
          <a:bodyPr wrap="square" lIns="0" rIns="0" tIns="0" bIns="0" anchor="t">
            <a:spAutoFit/>
          </a:bodyPr>
          <a:lstStyle/>
          <a:p>
            <a:pPr algn="l"/>
            <a:r>
              <a:rPr sz="1300" b="1" i="0">
                <a:solidFill>
                  <a:srgbClr val="0065BD"/>
                </a:solidFill>
                <a:latin typeface="Arial"/>
              </a:rPr>
              <a:t>0.963</a:t>
            </a:r>
          </a:p>
        </p:txBody>
      </p:sp>
      <p:sp>
        <p:nvSpPr>
          <p:cNvPr id="30" name="TextBox 29"/>
          <p:cNvSpPr txBox="1"/>
          <p:nvPr/>
        </p:nvSpPr>
        <p:spPr>
          <a:xfrm>
            <a:off x="6903720" y="3858768"/>
            <a:ext cx="1920240" cy="274320"/>
          </a:xfrm>
          <a:prstGeom prst="rect">
            <a:avLst/>
          </a:prstGeom>
          <a:noFill/>
        </p:spPr>
        <p:txBody>
          <a:bodyPr wrap="square" lIns="0" rIns="0" tIns="0" bIns="0" anchor="t">
            <a:spAutoFit/>
          </a:bodyPr>
          <a:lstStyle/>
          <a:p>
            <a:pPr algn="l"/>
            <a:r>
              <a:rPr sz="900" b="0" i="0">
                <a:solidFill>
                  <a:srgbClr val="595959"/>
                </a:solidFill>
                <a:latin typeface="Arial"/>
              </a:rPr>
              <a:t>ARI on labelled German speech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500" b="1">
                <a:solidFill>
                  <a:srgbClr val="000000"/>
                </a:solidFill>
                <a:latin typeface="Arial"/>
              </a:rPr>
              <a:t>Step 2: we asked what the features actually carry</a:t>
            </a:r>
          </a:p>
        </p:txBody>
      </p:sp>
      <p:sp>
        <p:nvSpPr>
          <p:cNvPr id="3" name="Text Placeholder 2"/>
          <p:cNvSpPr>
            <a:spLocks noGrp="1"/>
          </p:cNvSpPr>
          <p:nvPr>
            <p:ph type="body" idx="14" sz="quarter"/>
          </p:nvPr>
        </p:nvSpPr>
        <p:spPr/>
        <p:txBody>
          <a:bodyPr/>
          <a:lstStyle/>
          <a:p>
            <a:r>
              <a:rPr sz="1300" b="0">
                <a:solidFill>
                  <a:srgbClr val="0065BD"/>
                </a:solidFill>
                <a:latin typeface="Arial"/>
              </a:rPr>
              <a:t>With one protocol in place, we could finally compare feature families</a:t>
            </a:r>
          </a:p>
        </p:txBody>
      </p:sp>
      <p:sp>
        <p:nvSpPr>
          <p:cNvPr id="4" name="TextBox 3"/>
          <p:cNvSpPr txBox="1"/>
          <p:nvPr/>
        </p:nvSpPr>
        <p:spPr>
          <a:xfrm>
            <a:off x="310896" y="4855464"/>
            <a:ext cx="6464808" cy="274320"/>
          </a:xfrm>
          <a:prstGeom prst="rect">
            <a:avLst/>
          </a:prstGeom>
          <a:noFill/>
        </p:spPr>
        <p:txBody>
          <a:bodyPr wrap="square" lIns="0" rIns="0" tIns="0" bIns="0" anchor="ctr">
            <a:spAutoFit/>
          </a:bodyPr>
          <a:lstStyle/>
          <a:p>
            <a:pPr algn="l"/>
            <a:r>
              <a:rPr sz="800" b="0" i="0">
                <a:solidFill>
                  <a:srgbClr val="8C8C8C"/>
                </a:solidFill>
                <a:latin typeface="Arial"/>
              </a:rPr>
              <a:t>Christoph Feldkircher | Ming Lee | Akshat Chouksey | ML4Health SS26 | Cold Detection on URTIC</a:t>
            </a:r>
          </a:p>
        </p:txBody>
      </p:sp>
      <p:sp>
        <p:nvSpPr>
          <p:cNvPr id="5" name="TextBox 4"/>
          <p:cNvSpPr txBox="1"/>
          <p:nvPr/>
        </p:nvSpPr>
        <p:spPr>
          <a:xfrm>
            <a:off x="6775704" y="4855464"/>
            <a:ext cx="2048256" cy="274320"/>
          </a:xfrm>
          <a:prstGeom prst="rect">
            <a:avLst/>
          </a:prstGeom>
          <a:noFill/>
        </p:spPr>
        <p:txBody>
          <a:bodyPr wrap="square" lIns="0" rIns="0" tIns="0" bIns="0" anchor="ctr">
            <a:spAutoFit/>
          </a:bodyPr>
          <a:lstStyle/>
          <a:p>
            <a:pPr algn="r"/>
            <a:r>
              <a:rPr sz="800" b="0" i="0">
                <a:solidFill>
                  <a:srgbClr val="8C8C8C"/>
                </a:solidFill>
                <a:latin typeface="Arial"/>
              </a:rPr>
              <a:t>5</a:t>
            </a:r>
          </a:p>
        </p:txBody>
      </p:sp>
      <p:sp>
        <p:nvSpPr>
          <p:cNvPr id="6" name="Oval 5"/>
          <p:cNvSpPr/>
          <p:nvPr/>
        </p:nvSpPr>
        <p:spPr>
          <a:xfrm>
            <a:off x="310896" y="1152144"/>
            <a:ext cx="219456" cy="219456"/>
          </a:xfrm>
          <a:prstGeom prst="ellipse">
            <a:avLst/>
          </a:prstGeom>
          <a:solidFill>
            <a:srgbClr val="0065B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a:solidFill>
                  <a:srgbClr val="FFFFFF"/>
                </a:solidFill>
                <a:latin typeface="Arial"/>
              </a:rPr>
              <a:t>2</a:t>
            </a:r>
          </a:p>
        </p:txBody>
      </p:sp>
      <p:sp>
        <p:nvSpPr>
          <p:cNvPr id="7" name="TextBox 6"/>
          <p:cNvSpPr txBox="1"/>
          <p:nvPr/>
        </p:nvSpPr>
        <p:spPr>
          <a:xfrm>
            <a:off x="640080" y="1152144"/>
            <a:ext cx="4572000" cy="219456"/>
          </a:xfrm>
          <a:prstGeom prst="rect">
            <a:avLst/>
          </a:prstGeom>
          <a:noFill/>
        </p:spPr>
        <p:txBody>
          <a:bodyPr wrap="square" lIns="0" rIns="0" tIns="0" bIns="0" anchor="ctr">
            <a:spAutoFit/>
          </a:bodyPr>
          <a:lstStyle/>
          <a:p>
            <a:pPr algn="l"/>
            <a:r>
              <a:rPr sz="1300" b="1" i="0">
                <a:solidFill>
                  <a:srgbClr val="000000"/>
                </a:solidFill>
                <a:latin typeface="Arial"/>
              </a:rPr>
              <a:t>Nine families, one corrected evaluation</a:t>
            </a:r>
          </a:p>
        </p:txBody>
      </p:sp>
      <p:graphicFrame>
        <p:nvGraphicFramePr>
          <p:cNvPr id="8" name="Chart 7"/>
          <p:cNvGraphicFramePr>
            <a:graphicFrameLocks noGrp="1"/>
          </p:cNvGraphicFramePr>
          <p:nvPr/>
        </p:nvGraphicFramePr>
        <p:xfrm>
          <a:off x="256032" y="1463040"/>
          <a:ext cx="4846320" cy="2395728"/>
        </p:xfrm>
        <a:graphic>
          <a:graphicData uri="http://schemas.openxmlformats.org/drawingml/2006/chart">
            <c:chart xmlns:c="http://schemas.openxmlformats.org/drawingml/2006/chart" r:id="rId3"/>
          </a:graphicData>
        </a:graphic>
      </p:graphicFrame>
      <p:sp>
        <p:nvSpPr>
          <p:cNvPr id="9" name="Rounded Rectangle 8"/>
          <p:cNvSpPr/>
          <p:nvPr/>
        </p:nvSpPr>
        <p:spPr>
          <a:xfrm>
            <a:off x="5074920" y="1481328"/>
            <a:ext cx="3758184" cy="1188720"/>
          </a:xfrm>
          <a:prstGeom prst="roundRect">
            <a:avLst>
              <a:gd name="adj" fmla="val 6000"/>
            </a:avLst>
          </a:prstGeom>
          <a:solidFill>
            <a:srgbClr val="E4EC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294376" y="1645920"/>
            <a:ext cx="3337560" cy="219456"/>
          </a:xfrm>
          <a:prstGeom prst="rect">
            <a:avLst/>
          </a:prstGeom>
          <a:noFill/>
        </p:spPr>
        <p:txBody>
          <a:bodyPr wrap="square" lIns="0" rIns="0" tIns="0" bIns="0" anchor="t">
            <a:spAutoFit/>
          </a:bodyPr>
          <a:lstStyle/>
          <a:p>
            <a:pPr algn="l"/>
            <a:r>
              <a:rPr sz="1200" b="1" i="0">
                <a:solidFill>
                  <a:srgbClr val="000000"/>
                </a:solidFill>
                <a:latin typeface="Arial"/>
              </a:rPr>
              <a:t>Everything lands in the same band</a:t>
            </a:r>
          </a:p>
        </p:txBody>
      </p:sp>
      <p:sp>
        <p:nvSpPr>
          <p:cNvPr id="11" name="TextBox 10"/>
          <p:cNvSpPr txBox="1"/>
          <p:nvPr/>
        </p:nvSpPr>
        <p:spPr>
          <a:xfrm>
            <a:off x="5294376" y="1920240"/>
            <a:ext cx="3364992" cy="640080"/>
          </a:xfrm>
          <a:prstGeom prst="rect">
            <a:avLst/>
          </a:prstGeom>
          <a:noFill/>
        </p:spPr>
        <p:txBody>
          <a:bodyPr wrap="square" lIns="0" rIns="0" tIns="0" bIns="0" anchor="t">
            <a:spAutoFit/>
          </a:bodyPr>
          <a:lstStyle/>
          <a:p>
            <a:pPr algn="l"/>
            <a:r>
              <a:rPr sz="950" b="0" i="0">
                <a:solidFill>
                  <a:srgbClr val="595959"/>
                </a:solidFill>
                <a:latin typeface="Arial"/>
              </a:rPr>
              <a:t>Learned or handcrafted, 7-dimensional or 6373-dimensional, general purpose or built for health audio. All of it sits between 0.51 and 0.59.</a:t>
            </a:r>
          </a:p>
        </p:txBody>
      </p:sp>
      <p:sp>
        <p:nvSpPr>
          <p:cNvPr id="12" name="Rounded Rectangle 11"/>
          <p:cNvSpPr/>
          <p:nvPr/>
        </p:nvSpPr>
        <p:spPr>
          <a:xfrm>
            <a:off x="5074920" y="2816352"/>
            <a:ext cx="3758184" cy="1042415"/>
          </a:xfrm>
          <a:prstGeom prst="roundRect">
            <a:avLst>
              <a:gd name="adj" fmla="val 6000"/>
            </a:avLst>
          </a:prstGeom>
          <a:solidFill>
            <a:srgbClr val="F7F1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294376" y="2980944"/>
            <a:ext cx="3337560" cy="219456"/>
          </a:xfrm>
          <a:prstGeom prst="rect">
            <a:avLst/>
          </a:prstGeom>
          <a:noFill/>
        </p:spPr>
        <p:txBody>
          <a:bodyPr wrap="square" lIns="0" rIns="0" tIns="0" bIns="0" anchor="t">
            <a:spAutoFit/>
          </a:bodyPr>
          <a:lstStyle/>
          <a:p>
            <a:pPr algn="l"/>
            <a:r>
              <a:rPr sz="1200" b="1" i="0">
                <a:solidFill>
                  <a:srgbClr val="000000"/>
                </a:solidFill>
                <a:latin typeface="Arial"/>
              </a:rPr>
              <a:t>And the extra dimensions cost us</a:t>
            </a:r>
          </a:p>
        </p:txBody>
      </p:sp>
      <p:sp>
        <p:nvSpPr>
          <p:cNvPr id="14" name="TextBox 13"/>
          <p:cNvSpPr txBox="1"/>
          <p:nvPr/>
        </p:nvSpPr>
        <p:spPr>
          <a:xfrm>
            <a:off x="5294376" y="3255264"/>
            <a:ext cx="3364992" cy="512064"/>
          </a:xfrm>
          <a:prstGeom prst="rect">
            <a:avLst/>
          </a:prstGeom>
          <a:noFill/>
        </p:spPr>
        <p:txBody>
          <a:bodyPr wrap="square" lIns="0" rIns="0" tIns="0" bIns="0" anchor="t">
            <a:spAutoFit/>
          </a:bodyPr>
          <a:lstStyle/>
          <a:p>
            <a:pPr algn="l"/>
            <a:r>
              <a:rPr sz="950" b="0" i="0">
                <a:solidFill>
                  <a:srgbClr val="595959"/>
                </a:solidFill>
                <a:latin typeface="Arial"/>
              </a:rPr>
              <a:t>The 6373-d official feature set scored below seven prosodic features, and was 87.5 percent speaker-identifiable. Complexity bought identity, not signal.</a:t>
            </a:r>
          </a:p>
        </p:txBody>
      </p:sp>
      <p:sp>
        <p:nvSpPr>
          <p:cNvPr id="15" name="TextBox 14"/>
          <p:cNvSpPr txBox="1"/>
          <p:nvPr/>
        </p:nvSpPr>
        <p:spPr>
          <a:xfrm>
            <a:off x="310896" y="4023360"/>
            <a:ext cx="8522208" cy="438912"/>
          </a:xfrm>
          <a:prstGeom prst="rect">
            <a:avLst/>
          </a:prstGeom>
          <a:noFill/>
        </p:spPr>
        <p:txBody>
          <a:bodyPr wrap="square" lIns="0" rIns="0" tIns="0" bIns="0" anchor="t">
            <a:spAutoFit/>
          </a:bodyPr>
          <a:lstStyle/>
          <a:p>
            <a:pPr algn="l"/>
            <a:r>
              <a:rPr sz="1000" b="0" i="1">
                <a:solidFill>
                  <a:srgbClr val="005293"/>
                </a:solidFill>
                <a:latin typeface="Arial"/>
              </a:rPr>
              <a:t>The organisers' own end-to-end CNN and LSTM scored 0.59 to 0.60 in 2017, inside the same band. At 37 cold subjects the differences between these families are smaller than the uncertainty on any one of them.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500" b="1">
                <a:solidFill>
                  <a:srgbClr val="000000"/>
                </a:solidFill>
                <a:latin typeface="Arial"/>
              </a:rPr>
              <a:t>Step 3: we cut the complexity</a:t>
            </a:r>
          </a:p>
        </p:txBody>
      </p:sp>
      <p:sp>
        <p:nvSpPr>
          <p:cNvPr id="3" name="Text Placeholder 2"/>
          <p:cNvSpPr>
            <a:spLocks noGrp="1"/>
          </p:cNvSpPr>
          <p:nvPr>
            <p:ph type="body" idx="14" sz="quarter"/>
          </p:nvPr>
        </p:nvSpPr>
        <p:spPr/>
        <p:txBody>
          <a:bodyPr/>
          <a:lstStyle/>
          <a:p>
            <a:r>
              <a:rPr sz="1300" b="0">
                <a:solidFill>
                  <a:srgbClr val="0065BD"/>
                </a:solidFill>
                <a:latin typeface="Arial"/>
              </a:rPr>
              <a:t>Two low-capacity branches, chosen to be as different from each other as possible</a:t>
            </a:r>
          </a:p>
        </p:txBody>
      </p:sp>
      <p:sp>
        <p:nvSpPr>
          <p:cNvPr id="4" name="TextBox 3"/>
          <p:cNvSpPr txBox="1"/>
          <p:nvPr/>
        </p:nvSpPr>
        <p:spPr>
          <a:xfrm>
            <a:off x="310896" y="4855464"/>
            <a:ext cx="6464808" cy="274320"/>
          </a:xfrm>
          <a:prstGeom prst="rect">
            <a:avLst/>
          </a:prstGeom>
          <a:noFill/>
        </p:spPr>
        <p:txBody>
          <a:bodyPr wrap="square" lIns="0" rIns="0" tIns="0" bIns="0" anchor="ctr">
            <a:spAutoFit/>
          </a:bodyPr>
          <a:lstStyle/>
          <a:p>
            <a:pPr algn="l"/>
            <a:r>
              <a:rPr sz="800" b="0" i="0">
                <a:solidFill>
                  <a:srgbClr val="8C8C8C"/>
                </a:solidFill>
                <a:latin typeface="Arial"/>
              </a:rPr>
              <a:t>Christoph Feldkircher | Ming Lee | Akshat Chouksey | ML4Health SS26 | Cold Detection on URTIC</a:t>
            </a:r>
          </a:p>
        </p:txBody>
      </p:sp>
      <p:sp>
        <p:nvSpPr>
          <p:cNvPr id="5" name="TextBox 4"/>
          <p:cNvSpPr txBox="1"/>
          <p:nvPr/>
        </p:nvSpPr>
        <p:spPr>
          <a:xfrm>
            <a:off x="6775704" y="4855464"/>
            <a:ext cx="2048256" cy="274320"/>
          </a:xfrm>
          <a:prstGeom prst="rect">
            <a:avLst/>
          </a:prstGeom>
          <a:noFill/>
        </p:spPr>
        <p:txBody>
          <a:bodyPr wrap="square" lIns="0" rIns="0" tIns="0" bIns="0" anchor="ctr">
            <a:spAutoFit/>
          </a:bodyPr>
          <a:lstStyle/>
          <a:p>
            <a:pPr algn="r"/>
            <a:r>
              <a:rPr sz="800" b="0" i="0">
                <a:solidFill>
                  <a:srgbClr val="8C8C8C"/>
                </a:solidFill>
                <a:latin typeface="Arial"/>
              </a:rPr>
              <a:t>6</a:t>
            </a:r>
          </a:p>
        </p:txBody>
      </p:sp>
      <p:sp>
        <p:nvSpPr>
          <p:cNvPr id="6" name="Oval 5"/>
          <p:cNvSpPr/>
          <p:nvPr/>
        </p:nvSpPr>
        <p:spPr>
          <a:xfrm>
            <a:off x="310896" y="1133856"/>
            <a:ext cx="219456" cy="219456"/>
          </a:xfrm>
          <a:prstGeom prst="ellipse">
            <a:avLst/>
          </a:prstGeom>
          <a:solidFill>
            <a:srgbClr val="0065B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a:solidFill>
                  <a:srgbClr val="FFFFFF"/>
                </a:solidFill>
                <a:latin typeface="Arial"/>
              </a:rPr>
              <a:t>3</a:t>
            </a:r>
          </a:p>
        </p:txBody>
      </p:sp>
      <p:sp>
        <p:nvSpPr>
          <p:cNvPr id="7" name="TextBox 6"/>
          <p:cNvSpPr txBox="1"/>
          <p:nvPr/>
        </p:nvSpPr>
        <p:spPr>
          <a:xfrm>
            <a:off x="640080" y="1133856"/>
            <a:ext cx="3840480" cy="219456"/>
          </a:xfrm>
          <a:prstGeom prst="rect">
            <a:avLst/>
          </a:prstGeom>
          <a:noFill/>
        </p:spPr>
        <p:txBody>
          <a:bodyPr wrap="square" lIns="0" rIns="0" tIns="0" bIns="0" anchor="ctr">
            <a:spAutoFit/>
          </a:bodyPr>
          <a:lstStyle/>
          <a:p>
            <a:pPr algn="l"/>
            <a:r>
              <a:rPr sz="1300" b="1" i="0">
                <a:solidFill>
                  <a:srgbClr val="000000"/>
                </a:solidFill>
                <a:latin typeface="Arial"/>
              </a:rPr>
              <a:t>Handcrafted fusion</a:t>
            </a:r>
          </a:p>
        </p:txBody>
      </p:sp>
      <p:sp>
        <p:nvSpPr>
          <p:cNvPr id="8" name="TextBox 7"/>
          <p:cNvSpPr txBox="1"/>
          <p:nvPr/>
        </p:nvSpPr>
        <p:spPr>
          <a:xfrm>
            <a:off x="6903720" y="1133856"/>
            <a:ext cx="1929384" cy="219456"/>
          </a:xfrm>
          <a:prstGeom prst="rect">
            <a:avLst/>
          </a:prstGeom>
          <a:noFill/>
        </p:spPr>
        <p:txBody>
          <a:bodyPr wrap="square" lIns="0" rIns="0" tIns="0" bIns="0" anchor="ctr">
            <a:spAutoFit/>
          </a:bodyPr>
          <a:lstStyle/>
          <a:p>
            <a:pPr algn="r"/>
            <a:r>
              <a:rPr sz="1000" b="1" i="0">
                <a:solidFill>
                  <a:srgbClr val="E37222"/>
                </a:solidFill>
                <a:latin typeface="Arial"/>
              </a:rPr>
              <a:t>Submissions 1 and 2</a:t>
            </a:r>
          </a:p>
        </p:txBody>
      </p:sp>
      <p:sp>
        <p:nvSpPr>
          <p:cNvPr id="9" name="Rounded Rectangle 8"/>
          <p:cNvSpPr/>
          <p:nvPr/>
        </p:nvSpPr>
        <p:spPr>
          <a:xfrm>
            <a:off x="310896" y="1463040"/>
            <a:ext cx="4224528" cy="1316736"/>
          </a:xfrm>
          <a:prstGeom prst="roundRect">
            <a:avLst>
              <a:gd name="adj" fmla="val 6000"/>
            </a:avLst>
          </a:prstGeom>
          <a:solidFill>
            <a:srgbClr val="FFFFFF"/>
          </a:solidFill>
          <a:ln w="9525">
            <a:solidFill>
              <a:srgbClr val="E4ECF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12064" y="1609344"/>
            <a:ext cx="3840480" cy="182880"/>
          </a:xfrm>
          <a:prstGeom prst="rect">
            <a:avLst/>
          </a:prstGeom>
          <a:noFill/>
        </p:spPr>
        <p:txBody>
          <a:bodyPr wrap="square" lIns="0" rIns="0" tIns="0" bIns="0" anchor="t">
            <a:spAutoFit/>
          </a:bodyPr>
          <a:lstStyle/>
          <a:p>
            <a:pPr algn="l"/>
            <a:r>
              <a:rPr sz="1050" b="1" i="0">
                <a:solidFill>
                  <a:srgbClr val="0065BD"/>
                </a:solidFill>
                <a:latin typeface="Arial"/>
              </a:rPr>
              <a:t>G4: energy and pause, 7 dimensions</a:t>
            </a:r>
          </a:p>
        </p:txBody>
      </p:sp>
      <p:sp>
        <p:nvSpPr>
          <p:cNvPr id="11" name="TextBox 10"/>
          <p:cNvSpPr txBox="1"/>
          <p:nvPr/>
        </p:nvSpPr>
        <p:spPr>
          <a:xfrm>
            <a:off x="512064" y="1828800"/>
            <a:ext cx="3877056" cy="896112"/>
          </a:xfrm>
          <a:prstGeom prst="rect">
            <a:avLst/>
          </a:prstGeom>
          <a:noFill/>
        </p:spPr>
        <p:txBody>
          <a:bodyPr wrap="square" lIns="0" rIns="0" tIns="0" bIns="0" anchor="t">
            <a:spAutoFit/>
          </a:bodyPr>
          <a:lstStyle/>
          <a:p>
            <a:pPr algn="l"/>
            <a:r>
              <a:rPr sz="850" b="0" i="0">
                <a:solidFill>
                  <a:srgbClr val="595959"/>
                </a:solidFill>
                <a:latin typeface="Arial"/>
              </a:rPr>
              <a:t>Frame-level RMS plus a voiced / unvoiced / silence label from pYIN. Of the 11 features we keep 7: low-energy ratio, energy slope in dB per second, three dB contrasts between the regimes, long-pause rate, median silence length. The 4 absolute loudness terms are dropped, so the branch is gain-invariant by construction. 13 percent speaker-identifiable.</a:t>
            </a:r>
          </a:p>
        </p:txBody>
      </p:sp>
      <p:sp>
        <p:nvSpPr>
          <p:cNvPr id="12" name="Rounded Rectangle 11"/>
          <p:cNvSpPr/>
          <p:nvPr/>
        </p:nvSpPr>
        <p:spPr>
          <a:xfrm>
            <a:off x="4608576" y="1463040"/>
            <a:ext cx="4224528" cy="1316736"/>
          </a:xfrm>
          <a:prstGeom prst="roundRect">
            <a:avLst>
              <a:gd name="adj" fmla="val 6000"/>
            </a:avLst>
          </a:prstGeom>
          <a:solidFill>
            <a:srgbClr val="FFFFFF"/>
          </a:solidFill>
          <a:ln w="9525">
            <a:solidFill>
              <a:srgbClr val="E4ECF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9744" y="1609344"/>
            <a:ext cx="3840480" cy="182880"/>
          </a:xfrm>
          <a:prstGeom prst="rect">
            <a:avLst/>
          </a:prstGeom>
          <a:noFill/>
        </p:spPr>
        <p:txBody>
          <a:bodyPr wrap="square" lIns="0" rIns="0" tIns="0" bIns="0" anchor="t">
            <a:spAutoFit/>
          </a:bodyPr>
          <a:lstStyle/>
          <a:p>
            <a:pPr algn="l"/>
            <a:r>
              <a:rPr sz="1050" b="1" i="0">
                <a:solidFill>
                  <a:srgbClr val="0065BD"/>
                </a:solidFill>
                <a:latin typeface="Arial"/>
              </a:rPr>
              <a:t>G9: constant-Q spectrum, 168 dimensions</a:t>
            </a:r>
          </a:p>
        </p:txBody>
      </p:sp>
      <p:sp>
        <p:nvSpPr>
          <p:cNvPr id="14" name="TextBox 13"/>
          <p:cNvSpPr txBox="1"/>
          <p:nvPr/>
        </p:nvSpPr>
        <p:spPr>
          <a:xfrm>
            <a:off x="4809744" y="1828800"/>
            <a:ext cx="3877056" cy="896112"/>
          </a:xfrm>
          <a:prstGeom prst="rect">
            <a:avLst/>
          </a:prstGeom>
          <a:noFill/>
        </p:spPr>
        <p:txBody>
          <a:bodyPr wrap="square" lIns="0" rIns="0" tIns="0" bIns="0" anchor="t">
            <a:spAutoFit/>
          </a:bodyPr>
          <a:lstStyle/>
          <a:p>
            <a:pPr algn="l"/>
            <a:r>
              <a:rPr sz="850" b="0" i="0">
                <a:solidFill>
                  <a:srgbClr val="595959"/>
                </a:solidFill>
                <a:latin typeface="Arial"/>
              </a:rPr>
              <a:t>84 CQT bins at 12 per octave from C1 (32.7 Hz), about 7 octaves up to 4.2 kHz, hop 160 samples. Magnitudes in dB, then mean and standard deviation per bin. Constant resolution per octave resolves F0, subglottal coupling and nasal murmur below 500 Hz, which a 40-mel front end blurs away.</a:t>
            </a:r>
          </a:p>
        </p:txBody>
      </p:sp>
      <p:sp>
        <p:nvSpPr>
          <p:cNvPr id="15" name="Rounded Rectangle 14"/>
          <p:cNvSpPr/>
          <p:nvPr/>
        </p:nvSpPr>
        <p:spPr>
          <a:xfrm>
            <a:off x="310896" y="2907792"/>
            <a:ext cx="8522208" cy="548640"/>
          </a:xfrm>
          <a:prstGeom prst="roundRect">
            <a:avLst>
              <a:gd name="adj" fmla="val 6000"/>
            </a:avLst>
          </a:prstGeom>
          <a:solidFill>
            <a:srgbClr val="E4EC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12064" y="2907792"/>
            <a:ext cx="8119872" cy="548640"/>
          </a:xfrm>
          <a:prstGeom prst="rect">
            <a:avLst/>
          </a:prstGeom>
          <a:noFill/>
        </p:spPr>
        <p:txBody>
          <a:bodyPr wrap="square" lIns="0" rIns="0" tIns="0" bIns="0" anchor="ctr">
            <a:spAutoFit/>
          </a:bodyPr>
          <a:lstStyle/>
          <a:p>
            <a:pPr algn="l"/>
            <a:r>
              <a:rPr sz="950" b="0" i="0">
                <a:solidFill>
                  <a:srgbClr val="000000"/>
                </a:solidFill>
                <a:latin typeface="Arial"/>
              </a:rPr>
              <a:t>Each branch: StandardScaler, then a class-balanced logistic regression. Branch scores are z-scored on the training logits and averaged with equal weights. No PCA, no learned fusion weight.</a:t>
            </a:r>
          </a:p>
        </p:txBody>
      </p:sp>
      <p:sp>
        <p:nvSpPr>
          <p:cNvPr id="17" name="Rounded Rectangle 16"/>
          <p:cNvSpPr/>
          <p:nvPr/>
        </p:nvSpPr>
        <p:spPr>
          <a:xfrm>
            <a:off x="310896" y="3566160"/>
            <a:ext cx="4224528" cy="859536"/>
          </a:xfrm>
          <a:prstGeom prst="roundRect">
            <a:avLst>
              <a:gd name="adj" fmla="val 6000"/>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12064" y="3694176"/>
            <a:ext cx="3840480" cy="182880"/>
          </a:xfrm>
          <a:prstGeom prst="rect">
            <a:avLst/>
          </a:prstGeom>
          <a:noFill/>
        </p:spPr>
        <p:txBody>
          <a:bodyPr wrap="square" lIns="0" rIns="0" tIns="0" bIns="0" anchor="t">
            <a:spAutoFit/>
          </a:bodyPr>
          <a:lstStyle/>
          <a:p>
            <a:pPr algn="l"/>
            <a:r>
              <a:rPr sz="1050" b="1" i="0">
                <a:solidFill>
                  <a:srgbClr val="000000"/>
                </a:solidFill>
                <a:latin typeface="Arial"/>
              </a:rPr>
              <a:t>Why equal weights</a:t>
            </a:r>
          </a:p>
        </p:txBody>
      </p:sp>
      <p:sp>
        <p:nvSpPr>
          <p:cNvPr id="19" name="TextBox 18"/>
          <p:cNvSpPr txBox="1"/>
          <p:nvPr/>
        </p:nvSpPr>
        <p:spPr>
          <a:xfrm>
            <a:off x="512064" y="3913632"/>
            <a:ext cx="3877056" cy="402336"/>
          </a:xfrm>
          <a:prstGeom prst="rect">
            <a:avLst/>
          </a:prstGeom>
          <a:noFill/>
        </p:spPr>
        <p:txBody>
          <a:bodyPr wrap="square" lIns="0" rIns="0" tIns="0" bIns="0" anchor="t">
            <a:spAutoFit/>
          </a:bodyPr>
          <a:lstStyle/>
          <a:p>
            <a:pPr algn="l"/>
            <a:r>
              <a:rPr sz="900" b="0" i="0">
                <a:solidFill>
                  <a:srgbClr val="595959"/>
                </a:solidFill>
                <a:latin typeface="Arial"/>
              </a:rPr>
              <a:t>A weight fitted on this many subjects flips sign between folds. Fixed averaging has nothing to overfit.</a:t>
            </a:r>
          </a:p>
        </p:txBody>
      </p:sp>
      <p:sp>
        <p:nvSpPr>
          <p:cNvPr id="20" name="Rounded Rectangle 19"/>
          <p:cNvSpPr/>
          <p:nvPr/>
        </p:nvSpPr>
        <p:spPr>
          <a:xfrm>
            <a:off x="4608576" y="3566160"/>
            <a:ext cx="4224528" cy="859536"/>
          </a:xfrm>
          <a:prstGeom prst="roundRect">
            <a:avLst>
              <a:gd name="adj" fmla="val 6000"/>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809744" y="3694176"/>
            <a:ext cx="3840480" cy="182880"/>
          </a:xfrm>
          <a:prstGeom prst="rect">
            <a:avLst/>
          </a:prstGeom>
          <a:noFill/>
        </p:spPr>
        <p:txBody>
          <a:bodyPr wrap="square" lIns="0" rIns="0" tIns="0" bIns="0" anchor="t">
            <a:spAutoFit/>
          </a:bodyPr>
          <a:lstStyle/>
          <a:p>
            <a:pPr algn="l"/>
            <a:r>
              <a:rPr sz="1050" b="1" i="0">
                <a:solidFill>
                  <a:srgbClr val="000000"/>
                </a:solidFill>
                <a:latin typeface="Arial"/>
              </a:rPr>
              <a:t>Two threshold policies submitted</a:t>
            </a:r>
          </a:p>
        </p:txBody>
      </p:sp>
      <p:sp>
        <p:nvSpPr>
          <p:cNvPr id="22" name="TextBox 21"/>
          <p:cNvSpPr txBox="1"/>
          <p:nvPr/>
        </p:nvSpPr>
        <p:spPr>
          <a:xfrm>
            <a:off x="4809744" y="3913632"/>
            <a:ext cx="3877056" cy="402336"/>
          </a:xfrm>
          <a:prstGeom prst="rect">
            <a:avLst/>
          </a:prstGeom>
          <a:noFill/>
        </p:spPr>
        <p:txBody>
          <a:bodyPr wrap="square" lIns="0" rIns="0" tIns="0" bIns="0" anchor="t">
            <a:spAutoFit/>
          </a:bodyPr>
          <a:lstStyle/>
          <a:p>
            <a:pPr algn="l"/>
            <a:r>
              <a:rPr sz="900" b="0" i="0">
                <a:solidFill>
                  <a:srgbClr val="595959"/>
                </a:solidFill>
                <a:latin typeface="Arial"/>
              </a:rPr>
              <a:t>One at a fixed decision boundary of zero, one calibrated on grouped out-of-fold predictions. 0.6280 and 0.6220 on test.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500" b="1">
                <a:solidFill>
                  <a:srgbClr val="000000"/>
                </a:solidFill>
                <a:latin typeface="Arial"/>
              </a:rPr>
              <a:t>Step 4: we described the trajectory, not the average</a:t>
            </a:r>
          </a:p>
        </p:txBody>
      </p:sp>
      <p:sp>
        <p:nvSpPr>
          <p:cNvPr id="3" name="Text Placeholder 2"/>
          <p:cNvSpPr>
            <a:spLocks noGrp="1"/>
          </p:cNvSpPr>
          <p:nvPr>
            <p:ph type="body" idx="14" sz="quarter"/>
          </p:nvPr>
        </p:nvSpPr>
        <p:spPr/>
        <p:txBody>
          <a:bodyPr/>
          <a:lstStyle/>
          <a:p>
            <a:r>
              <a:rPr sz="1300" b="0">
                <a:solidFill>
                  <a:srgbClr val="0065BD"/>
                </a:solidFill>
                <a:latin typeface="Arial"/>
              </a:rPr>
              <a:t>Pooling throws away the order in which the voice moves. Path signatures keep it</a:t>
            </a:r>
          </a:p>
        </p:txBody>
      </p:sp>
      <p:sp>
        <p:nvSpPr>
          <p:cNvPr id="4" name="TextBox 3"/>
          <p:cNvSpPr txBox="1"/>
          <p:nvPr/>
        </p:nvSpPr>
        <p:spPr>
          <a:xfrm>
            <a:off x="310896" y="4855464"/>
            <a:ext cx="6464808" cy="274320"/>
          </a:xfrm>
          <a:prstGeom prst="rect">
            <a:avLst/>
          </a:prstGeom>
          <a:noFill/>
        </p:spPr>
        <p:txBody>
          <a:bodyPr wrap="square" lIns="0" rIns="0" tIns="0" bIns="0" anchor="ctr">
            <a:spAutoFit/>
          </a:bodyPr>
          <a:lstStyle/>
          <a:p>
            <a:pPr algn="l"/>
            <a:r>
              <a:rPr sz="800" b="0" i="0">
                <a:solidFill>
                  <a:srgbClr val="8C8C8C"/>
                </a:solidFill>
                <a:latin typeface="Arial"/>
              </a:rPr>
              <a:t>Christoph Feldkircher | Ming Lee | Akshat Chouksey | ML4Health SS26 | Cold Detection on URTIC</a:t>
            </a:r>
          </a:p>
        </p:txBody>
      </p:sp>
      <p:sp>
        <p:nvSpPr>
          <p:cNvPr id="5" name="TextBox 4"/>
          <p:cNvSpPr txBox="1"/>
          <p:nvPr/>
        </p:nvSpPr>
        <p:spPr>
          <a:xfrm>
            <a:off x="6775704" y="4855464"/>
            <a:ext cx="2048256" cy="274320"/>
          </a:xfrm>
          <a:prstGeom prst="rect">
            <a:avLst/>
          </a:prstGeom>
          <a:noFill/>
        </p:spPr>
        <p:txBody>
          <a:bodyPr wrap="square" lIns="0" rIns="0" tIns="0" bIns="0" anchor="ctr">
            <a:spAutoFit/>
          </a:bodyPr>
          <a:lstStyle/>
          <a:p>
            <a:pPr algn="r"/>
            <a:r>
              <a:rPr sz="800" b="0" i="0">
                <a:solidFill>
                  <a:srgbClr val="8C8C8C"/>
                </a:solidFill>
                <a:latin typeface="Arial"/>
              </a:rPr>
              <a:t>7</a:t>
            </a:r>
          </a:p>
        </p:txBody>
      </p:sp>
      <p:sp>
        <p:nvSpPr>
          <p:cNvPr id="6" name="Oval 5"/>
          <p:cNvSpPr/>
          <p:nvPr/>
        </p:nvSpPr>
        <p:spPr>
          <a:xfrm>
            <a:off x="310896" y="1133856"/>
            <a:ext cx="219456" cy="219456"/>
          </a:xfrm>
          <a:prstGeom prst="ellipse">
            <a:avLst/>
          </a:prstGeom>
          <a:solidFill>
            <a:srgbClr val="0065B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a:solidFill>
                  <a:srgbClr val="FFFFFF"/>
                </a:solidFill>
                <a:latin typeface="Arial"/>
              </a:rPr>
              <a:t>4</a:t>
            </a:r>
          </a:p>
        </p:txBody>
      </p:sp>
      <p:sp>
        <p:nvSpPr>
          <p:cNvPr id="7" name="TextBox 6"/>
          <p:cNvSpPr txBox="1"/>
          <p:nvPr/>
        </p:nvSpPr>
        <p:spPr>
          <a:xfrm>
            <a:off x="640080" y="1133856"/>
            <a:ext cx="4206240" cy="219456"/>
          </a:xfrm>
          <a:prstGeom prst="rect">
            <a:avLst/>
          </a:prstGeom>
          <a:noFill/>
        </p:spPr>
        <p:txBody>
          <a:bodyPr wrap="square" lIns="0" rIns="0" tIns="0" bIns="0" anchor="ctr">
            <a:spAutoFit/>
          </a:bodyPr>
          <a:lstStyle/>
          <a:p>
            <a:pPr algn="l"/>
            <a:r>
              <a:rPr sz="1300" b="1" i="0">
                <a:solidFill>
                  <a:srgbClr val="000000"/>
                </a:solidFill>
                <a:latin typeface="Arial"/>
              </a:rPr>
              <a:t>Path log-signature features</a:t>
            </a:r>
          </a:p>
        </p:txBody>
      </p:sp>
      <p:sp>
        <p:nvSpPr>
          <p:cNvPr id="8" name="TextBox 7"/>
          <p:cNvSpPr txBox="1"/>
          <p:nvPr/>
        </p:nvSpPr>
        <p:spPr>
          <a:xfrm>
            <a:off x="7187184" y="1133856"/>
            <a:ext cx="1645920" cy="219456"/>
          </a:xfrm>
          <a:prstGeom prst="rect">
            <a:avLst/>
          </a:prstGeom>
          <a:noFill/>
        </p:spPr>
        <p:txBody>
          <a:bodyPr wrap="square" lIns="0" rIns="0" tIns="0" bIns="0" anchor="ctr">
            <a:spAutoFit/>
          </a:bodyPr>
          <a:lstStyle/>
          <a:p>
            <a:pPr algn="r"/>
            <a:r>
              <a:rPr sz="1000" b="1" i="0">
                <a:solidFill>
                  <a:srgbClr val="E37222"/>
                </a:solidFill>
                <a:latin typeface="Arial"/>
              </a:rPr>
              <a:t>Submission 3</a:t>
            </a:r>
          </a:p>
        </p:txBody>
      </p:sp>
      <p:sp>
        <p:nvSpPr>
          <p:cNvPr id="9" name="Rounded Rectangle 8"/>
          <p:cNvSpPr/>
          <p:nvPr/>
        </p:nvSpPr>
        <p:spPr>
          <a:xfrm>
            <a:off x="310896" y="1481328"/>
            <a:ext cx="5532120" cy="859536"/>
          </a:xfrm>
          <a:prstGeom prst="roundRect">
            <a:avLst>
              <a:gd name="adj" fmla="val 6000"/>
            </a:avLst>
          </a:prstGeom>
          <a:solidFill>
            <a:srgbClr val="FFFFFF"/>
          </a:solidFill>
          <a:ln w="9525">
            <a:solidFill>
              <a:srgbClr val="E4ECF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12064" y="1600200"/>
            <a:ext cx="5029200" cy="182880"/>
          </a:xfrm>
          <a:prstGeom prst="rect">
            <a:avLst/>
          </a:prstGeom>
          <a:noFill/>
        </p:spPr>
        <p:txBody>
          <a:bodyPr wrap="square" lIns="0" rIns="0" tIns="0" bIns="0" anchor="t">
            <a:spAutoFit/>
          </a:bodyPr>
          <a:lstStyle/>
          <a:p>
            <a:pPr algn="l"/>
            <a:r>
              <a:rPr sz="1050" b="1" i="0">
                <a:solidFill>
                  <a:srgbClr val="0065BD"/>
                </a:solidFill>
                <a:latin typeface="Arial"/>
              </a:rPr>
              <a:t>Build a path</a:t>
            </a:r>
          </a:p>
        </p:txBody>
      </p:sp>
      <p:sp>
        <p:nvSpPr>
          <p:cNvPr id="11" name="TextBox 10"/>
          <p:cNvSpPr txBox="1"/>
          <p:nvPr/>
        </p:nvSpPr>
        <p:spPr>
          <a:xfrm>
            <a:off x="512064" y="1819656"/>
            <a:ext cx="5166360" cy="457200"/>
          </a:xfrm>
          <a:prstGeom prst="rect">
            <a:avLst/>
          </a:prstGeom>
          <a:noFill/>
        </p:spPr>
        <p:txBody>
          <a:bodyPr wrap="square" lIns="0" rIns="0" tIns="0" bIns="0" anchor="t">
            <a:spAutoFit/>
          </a:bodyPr>
          <a:lstStyle/>
          <a:p>
            <a:pPr algn="l"/>
            <a:r>
              <a:rPr sz="850" b="0" i="0">
                <a:solidFill>
                  <a:srgbClr val="595959"/>
                </a:solidFill>
                <a:latin typeface="Arial"/>
              </a:rPr>
              <a:t>Every 10 ms frame gives 20 MFCC coefficients. We prepend a normalised time channel, so each frame is a point in 21 dimensions and the clip becomes a trajectory through that space.</a:t>
            </a:r>
          </a:p>
        </p:txBody>
      </p:sp>
      <p:sp>
        <p:nvSpPr>
          <p:cNvPr id="12" name="Rounded Rectangle 11"/>
          <p:cNvSpPr/>
          <p:nvPr/>
        </p:nvSpPr>
        <p:spPr>
          <a:xfrm>
            <a:off x="310896" y="2414016"/>
            <a:ext cx="5532120" cy="859536"/>
          </a:xfrm>
          <a:prstGeom prst="roundRect">
            <a:avLst>
              <a:gd name="adj" fmla="val 6000"/>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12064" y="2532888"/>
            <a:ext cx="5029200" cy="182880"/>
          </a:xfrm>
          <a:prstGeom prst="rect">
            <a:avLst/>
          </a:prstGeom>
          <a:noFill/>
        </p:spPr>
        <p:txBody>
          <a:bodyPr wrap="square" lIns="0" rIns="0" tIns="0" bIns="0" anchor="t">
            <a:spAutoFit/>
          </a:bodyPr>
          <a:lstStyle/>
          <a:p>
            <a:pPr algn="l"/>
            <a:r>
              <a:rPr sz="1050" b="1" i="0">
                <a:solidFill>
                  <a:srgbClr val="0065BD"/>
                </a:solidFill>
                <a:latin typeface="Arial"/>
              </a:rPr>
              <a:t>Take the depth-2 log-signature</a:t>
            </a:r>
          </a:p>
        </p:txBody>
      </p:sp>
      <p:sp>
        <p:nvSpPr>
          <p:cNvPr id="14" name="TextBox 13"/>
          <p:cNvSpPr txBox="1"/>
          <p:nvPr/>
        </p:nvSpPr>
        <p:spPr>
          <a:xfrm>
            <a:off x="512064" y="2752344"/>
            <a:ext cx="5166360" cy="457200"/>
          </a:xfrm>
          <a:prstGeom prst="rect">
            <a:avLst/>
          </a:prstGeom>
          <a:noFill/>
        </p:spPr>
        <p:txBody>
          <a:bodyPr wrap="square" lIns="0" rIns="0" tIns="0" bIns="0" anchor="t">
            <a:spAutoFit/>
          </a:bodyPr>
          <a:lstStyle/>
          <a:p>
            <a:pPr algn="l"/>
            <a:r>
              <a:rPr sz="850" b="0" i="0">
                <a:solidFill>
                  <a:srgbClr val="595959"/>
                </a:solidFill>
                <a:latin typeface="Arial"/>
              </a:rPr>
              <a:t>Depth-1 terms are net displacement per channel, how far each coefficient moved overall. Depth-2 terms are pairwise iterated integrals: the order in which pairs of channels moved and how they co-varied. Truncating at depth 2 keeps the dimension manageable.</a:t>
            </a:r>
          </a:p>
        </p:txBody>
      </p:sp>
      <p:sp>
        <p:nvSpPr>
          <p:cNvPr id="15" name="Rounded Rectangle 14"/>
          <p:cNvSpPr/>
          <p:nvPr/>
        </p:nvSpPr>
        <p:spPr>
          <a:xfrm>
            <a:off x="310896" y="3346704"/>
            <a:ext cx="5532120" cy="859536"/>
          </a:xfrm>
          <a:prstGeom prst="roundRect">
            <a:avLst>
              <a:gd name="adj" fmla="val 6000"/>
            </a:avLst>
          </a:prstGeom>
          <a:solidFill>
            <a:srgbClr val="FFFFFF"/>
          </a:solidFill>
          <a:ln w="9525">
            <a:solidFill>
              <a:srgbClr val="E4ECF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12064" y="3465576"/>
            <a:ext cx="5029200" cy="182880"/>
          </a:xfrm>
          <a:prstGeom prst="rect">
            <a:avLst/>
          </a:prstGeom>
          <a:noFill/>
        </p:spPr>
        <p:txBody>
          <a:bodyPr wrap="square" lIns="0" rIns="0" tIns="0" bIns="0" anchor="t">
            <a:spAutoFit/>
          </a:bodyPr>
          <a:lstStyle/>
          <a:p>
            <a:pPr algn="l"/>
            <a:r>
              <a:rPr sz="1050" b="1" i="0">
                <a:solidFill>
                  <a:srgbClr val="0065BD"/>
                </a:solidFill>
                <a:latin typeface="Arial"/>
              </a:rPr>
              <a:t>Split into dyadic halves</a:t>
            </a:r>
          </a:p>
        </p:txBody>
      </p:sp>
      <p:sp>
        <p:nvSpPr>
          <p:cNvPr id="17" name="TextBox 16"/>
          <p:cNvSpPr txBox="1"/>
          <p:nvPr/>
        </p:nvSpPr>
        <p:spPr>
          <a:xfrm>
            <a:off x="512064" y="3685032"/>
            <a:ext cx="5166360" cy="457200"/>
          </a:xfrm>
          <a:prstGeom prst="rect">
            <a:avLst/>
          </a:prstGeom>
          <a:noFill/>
        </p:spPr>
        <p:txBody>
          <a:bodyPr wrap="square" lIns="0" rIns="0" tIns="0" bIns="0" anchor="t">
            <a:spAutoFit/>
          </a:bodyPr>
          <a:lstStyle/>
          <a:p>
            <a:pPr algn="l"/>
            <a:r>
              <a:rPr sz="850" b="0" i="0">
                <a:solidFill>
                  <a:srgbClr val="595959"/>
                </a:solidFill>
                <a:latin typeface="Arial"/>
              </a:rPr>
              <a:t>One signature over the whole clip averages a cough in the first two seconds into everything else. So we also take a signature over [0, T/2] and over [T/2, T]. Three blocks of 231 dimensions, 693 in total, and asymmetry between the halves becomes visible.</a:t>
            </a:r>
          </a:p>
        </p:txBody>
      </p:sp>
      <p:sp>
        <p:nvSpPr>
          <p:cNvPr id="18" name="Rounded Rectangle 17"/>
          <p:cNvSpPr/>
          <p:nvPr/>
        </p:nvSpPr>
        <p:spPr>
          <a:xfrm>
            <a:off x="5989320" y="1481328"/>
            <a:ext cx="2843784" cy="1298448"/>
          </a:xfrm>
          <a:prstGeom prst="roundRect">
            <a:avLst>
              <a:gd name="adj" fmla="val 6000"/>
            </a:avLst>
          </a:prstGeom>
          <a:solidFill>
            <a:srgbClr val="E4EC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190488" y="1627632"/>
            <a:ext cx="2468880" cy="182880"/>
          </a:xfrm>
          <a:prstGeom prst="rect">
            <a:avLst/>
          </a:prstGeom>
          <a:noFill/>
        </p:spPr>
        <p:txBody>
          <a:bodyPr wrap="square" lIns="0" rIns="0" tIns="0" bIns="0" anchor="t">
            <a:spAutoFit/>
          </a:bodyPr>
          <a:lstStyle/>
          <a:p>
            <a:pPr algn="l"/>
            <a:r>
              <a:rPr sz="1050" b="1" i="0">
                <a:solidFill>
                  <a:srgbClr val="000000"/>
                </a:solidFill>
                <a:latin typeface="Arial"/>
              </a:rPr>
              <a:t>Why signatures here</a:t>
            </a:r>
          </a:p>
        </p:txBody>
      </p:sp>
      <p:sp>
        <p:nvSpPr>
          <p:cNvPr id="20" name="TextBox 19"/>
          <p:cNvSpPr txBox="1"/>
          <p:nvPr/>
        </p:nvSpPr>
        <p:spPr>
          <a:xfrm>
            <a:off x="6190488" y="1847088"/>
            <a:ext cx="2487168" cy="877824"/>
          </a:xfrm>
          <a:prstGeom prst="rect">
            <a:avLst/>
          </a:prstGeom>
          <a:noFill/>
        </p:spPr>
        <p:txBody>
          <a:bodyPr wrap="square" lIns="0" rIns="0" tIns="0" bIns="0" anchor="t">
            <a:spAutoFit/>
          </a:bodyPr>
          <a:lstStyle/>
          <a:p>
            <a:pPr algn="l"/>
            <a:r>
              <a:rPr sz="850" b="0" i="0">
                <a:solidFill>
                  <a:srgbClr val="595959"/>
                </a:solidFill>
                <a:latin typeface="Arial"/>
              </a:rPr>
              <a:t>Cold symptoms may live in how the voice changes across an utterance rather than in its average pitch or energy. Pooling cannot tell a feature ramping up from one ramping down. A signature can.</a:t>
            </a:r>
          </a:p>
        </p:txBody>
      </p:sp>
      <p:sp>
        <p:nvSpPr>
          <p:cNvPr id="21" name="Rounded Rectangle 20"/>
          <p:cNvSpPr/>
          <p:nvPr/>
        </p:nvSpPr>
        <p:spPr>
          <a:xfrm>
            <a:off x="5989320" y="2889504"/>
            <a:ext cx="2843784" cy="786384"/>
          </a:xfrm>
          <a:prstGeom prst="roundRect">
            <a:avLst>
              <a:gd name="adj" fmla="val 6000"/>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190488" y="3017520"/>
            <a:ext cx="2468880" cy="182880"/>
          </a:xfrm>
          <a:prstGeom prst="rect">
            <a:avLst/>
          </a:prstGeom>
          <a:noFill/>
        </p:spPr>
        <p:txBody>
          <a:bodyPr wrap="square" lIns="0" rIns="0" tIns="0" bIns="0" anchor="t">
            <a:spAutoFit/>
          </a:bodyPr>
          <a:lstStyle/>
          <a:p>
            <a:pPr algn="l"/>
            <a:r>
              <a:rPr sz="1050" b="1" i="0">
                <a:solidFill>
                  <a:srgbClr val="000000"/>
                </a:solidFill>
                <a:latin typeface="Arial"/>
              </a:rPr>
              <a:t>Classifier and protocol</a:t>
            </a:r>
          </a:p>
        </p:txBody>
      </p:sp>
      <p:sp>
        <p:nvSpPr>
          <p:cNvPr id="23" name="TextBox 22"/>
          <p:cNvSpPr txBox="1"/>
          <p:nvPr/>
        </p:nvSpPr>
        <p:spPr>
          <a:xfrm>
            <a:off x="6190488" y="3236976"/>
            <a:ext cx="2487168" cy="384048"/>
          </a:xfrm>
          <a:prstGeom prst="rect">
            <a:avLst/>
          </a:prstGeom>
          <a:noFill/>
        </p:spPr>
        <p:txBody>
          <a:bodyPr wrap="square" lIns="0" rIns="0" tIns="0" bIns="0" anchor="t">
            <a:spAutoFit/>
          </a:bodyPr>
          <a:lstStyle/>
          <a:p>
            <a:pPr algn="l"/>
            <a:r>
              <a:rPr sz="850" b="0" i="0">
                <a:solidFill>
                  <a:srgbClr val="595959"/>
                </a:solidFill>
                <a:latin typeface="Arial"/>
              </a:rPr>
              <a:t>SVM on the 693-d vector, evaluated on the shared pseudo-speaker clusters.</a:t>
            </a:r>
          </a:p>
        </p:txBody>
      </p:sp>
      <p:sp>
        <p:nvSpPr>
          <p:cNvPr id="24" name="Rounded Rectangle 23"/>
          <p:cNvSpPr/>
          <p:nvPr/>
        </p:nvSpPr>
        <p:spPr>
          <a:xfrm>
            <a:off x="5989320" y="3785615"/>
            <a:ext cx="2843784" cy="640080"/>
          </a:xfrm>
          <a:prstGeom prst="roundRect">
            <a:avLst>
              <a:gd name="adj" fmla="val 6000"/>
            </a:avLst>
          </a:prstGeom>
          <a:solidFill>
            <a:srgbClr val="005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190488" y="3785615"/>
            <a:ext cx="1261872" cy="640080"/>
          </a:xfrm>
          <a:prstGeom prst="rect">
            <a:avLst/>
          </a:prstGeom>
          <a:noFill/>
        </p:spPr>
        <p:txBody>
          <a:bodyPr wrap="square" lIns="0" rIns="0" tIns="0" bIns="0" anchor="ctr">
            <a:spAutoFit/>
          </a:bodyPr>
          <a:lstStyle/>
          <a:p>
            <a:pPr algn="l"/>
            <a:r>
              <a:rPr sz="2100" b="1" i="0">
                <a:solidFill>
                  <a:srgbClr val="FFFFFF"/>
                </a:solidFill>
                <a:latin typeface="Arial"/>
              </a:rPr>
              <a:t>0.6582</a:t>
            </a:r>
          </a:p>
        </p:txBody>
      </p:sp>
      <p:sp>
        <p:nvSpPr>
          <p:cNvPr id="26" name="TextBox 25"/>
          <p:cNvSpPr txBox="1"/>
          <p:nvPr/>
        </p:nvSpPr>
        <p:spPr>
          <a:xfrm>
            <a:off x="7534656" y="3785615"/>
            <a:ext cx="1097280" cy="640080"/>
          </a:xfrm>
          <a:prstGeom prst="rect">
            <a:avLst/>
          </a:prstGeom>
          <a:noFill/>
        </p:spPr>
        <p:txBody>
          <a:bodyPr wrap="square" lIns="0" rIns="0" tIns="0" bIns="0" anchor="ctr">
            <a:spAutoFit/>
          </a:bodyPr>
          <a:lstStyle/>
          <a:p>
            <a:pPr algn="l">
              <a:spcAft>
                <a:spcPts val="100"/>
              </a:spcAft>
            </a:pPr>
            <a:r>
              <a:rPr sz="800" b="0" i="0">
                <a:solidFill>
                  <a:srgbClr val="98C6EA"/>
                </a:solidFill>
                <a:latin typeface="Arial"/>
              </a:rPr>
              <a:t>highest UAR</a:t>
            </a:r>
          </a:p>
          <a:p>
            <a:pPr algn="l">
              <a:spcAft>
                <a:spcPts val="100"/>
              </a:spcAft>
            </a:pPr>
            <a:r>
              <a:rPr sz="800" b="0" i="0">
                <a:solidFill>
                  <a:srgbClr val="98C6EA"/>
                </a:solidFill>
                <a:latin typeface="Arial"/>
              </a:rPr>
              <a:t>of the five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500" b="1">
                <a:solidFill>
                  <a:srgbClr val="000000"/>
                </a:solidFill>
                <a:latin typeface="Arial"/>
              </a:rPr>
              <a:t>Step 5: we corrected for the distribution shift</a:t>
            </a:r>
          </a:p>
        </p:txBody>
      </p:sp>
      <p:sp>
        <p:nvSpPr>
          <p:cNvPr id="3" name="Text Placeholder 2"/>
          <p:cNvSpPr>
            <a:spLocks noGrp="1"/>
          </p:cNvSpPr>
          <p:nvPr>
            <p:ph type="body" idx="14" sz="quarter"/>
          </p:nvPr>
        </p:nvSpPr>
        <p:spPr/>
        <p:txBody>
          <a:bodyPr/>
          <a:lstStyle/>
          <a:p>
            <a:r>
              <a:rPr sz="1300" b="0">
                <a:solidFill>
                  <a:srgbClr val="0065BD"/>
                </a:solidFill>
                <a:latin typeface="Arial"/>
              </a:rPr>
              <a:t>The test recordings are a different population, so we adapted to them without using their labels</a:t>
            </a:r>
          </a:p>
        </p:txBody>
      </p:sp>
      <p:sp>
        <p:nvSpPr>
          <p:cNvPr id="4" name="TextBox 3"/>
          <p:cNvSpPr txBox="1"/>
          <p:nvPr/>
        </p:nvSpPr>
        <p:spPr>
          <a:xfrm>
            <a:off x="310896" y="4855464"/>
            <a:ext cx="6464808" cy="274320"/>
          </a:xfrm>
          <a:prstGeom prst="rect">
            <a:avLst/>
          </a:prstGeom>
          <a:noFill/>
        </p:spPr>
        <p:txBody>
          <a:bodyPr wrap="square" lIns="0" rIns="0" tIns="0" bIns="0" anchor="ctr">
            <a:spAutoFit/>
          </a:bodyPr>
          <a:lstStyle/>
          <a:p>
            <a:pPr algn="l"/>
            <a:r>
              <a:rPr sz="800" b="0" i="0">
                <a:solidFill>
                  <a:srgbClr val="8C8C8C"/>
                </a:solidFill>
                <a:latin typeface="Arial"/>
              </a:rPr>
              <a:t>Christoph Feldkircher | Ming Lee | Akshat Chouksey | ML4Health SS26 | Cold Detection on URTIC</a:t>
            </a:r>
          </a:p>
        </p:txBody>
      </p:sp>
      <p:sp>
        <p:nvSpPr>
          <p:cNvPr id="5" name="TextBox 4"/>
          <p:cNvSpPr txBox="1"/>
          <p:nvPr/>
        </p:nvSpPr>
        <p:spPr>
          <a:xfrm>
            <a:off x="6775704" y="4855464"/>
            <a:ext cx="2048256" cy="274320"/>
          </a:xfrm>
          <a:prstGeom prst="rect">
            <a:avLst/>
          </a:prstGeom>
          <a:noFill/>
        </p:spPr>
        <p:txBody>
          <a:bodyPr wrap="square" lIns="0" rIns="0" tIns="0" bIns="0" anchor="ctr">
            <a:spAutoFit/>
          </a:bodyPr>
          <a:lstStyle/>
          <a:p>
            <a:pPr algn="r"/>
            <a:r>
              <a:rPr sz="800" b="0" i="0">
                <a:solidFill>
                  <a:srgbClr val="8C8C8C"/>
                </a:solidFill>
                <a:latin typeface="Arial"/>
              </a:rPr>
              <a:t>8</a:t>
            </a:r>
          </a:p>
        </p:txBody>
      </p:sp>
      <p:sp>
        <p:nvSpPr>
          <p:cNvPr id="6" name="Oval 5"/>
          <p:cNvSpPr/>
          <p:nvPr/>
        </p:nvSpPr>
        <p:spPr>
          <a:xfrm>
            <a:off x="310896" y="1133856"/>
            <a:ext cx="219456" cy="219456"/>
          </a:xfrm>
          <a:prstGeom prst="ellipse">
            <a:avLst/>
          </a:prstGeom>
          <a:solidFill>
            <a:srgbClr val="0065B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a:solidFill>
                  <a:srgbClr val="FFFFFF"/>
                </a:solidFill>
                <a:latin typeface="Arial"/>
              </a:rPr>
              <a:t>5</a:t>
            </a:r>
          </a:p>
        </p:txBody>
      </p:sp>
      <p:sp>
        <p:nvSpPr>
          <p:cNvPr id="7" name="TextBox 6"/>
          <p:cNvSpPr txBox="1"/>
          <p:nvPr/>
        </p:nvSpPr>
        <p:spPr>
          <a:xfrm>
            <a:off x="640080" y="1133856"/>
            <a:ext cx="4754880" cy="219456"/>
          </a:xfrm>
          <a:prstGeom prst="rect">
            <a:avLst/>
          </a:prstGeom>
          <a:noFill/>
        </p:spPr>
        <p:txBody>
          <a:bodyPr wrap="square" lIns="0" rIns="0" tIns="0" bIns="0" anchor="ctr">
            <a:spAutoFit/>
          </a:bodyPr>
          <a:lstStyle/>
          <a:p>
            <a:pPr algn="l"/>
            <a:r>
              <a:rPr sz="1300" b="1" i="0">
                <a:solidFill>
                  <a:srgbClr val="000000"/>
                </a:solidFill>
                <a:latin typeface="Arial"/>
              </a:rPr>
              <a:t>Multi-view fusion plus domain adaptation</a:t>
            </a:r>
          </a:p>
        </p:txBody>
      </p:sp>
      <p:sp>
        <p:nvSpPr>
          <p:cNvPr id="8" name="TextBox 7"/>
          <p:cNvSpPr txBox="1"/>
          <p:nvPr/>
        </p:nvSpPr>
        <p:spPr>
          <a:xfrm>
            <a:off x="6903720" y="1133856"/>
            <a:ext cx="1929384" cy="219456"/>
          </a:xfrm>
          <a:prstGeom prst="rect">
            <a:avLst/>
          </a:prstGeom>
          <a:noFill/>
        </p:spPr>
        <p:txBody>
          <a:bodyPr wrap="square" lIns="0" rIns="0" tIns="0" bIns="0" anchor="ctr">
            <a:spAutoFit/>
          </a:bodyPr>
          <a:lstStyle/>
          <a:p>
            <a:pPr algn="r"/>
            <a:r>
              <a:rPr sz="1000" b="1" i="0">
                <a:solidFill>
                  <a:srgbClr val="E37222"/>
                </a:solidFill>
                <a:latin typeface="Arial"/>
              </a:rPr>
              <a:t>Submissions 4 and 5</a:t>
            </a:r>
          </a:p>
        </p:txBody>
      </p:sp>
      <p:sp>
        <p:nvSpPr>
          <p:cNvPr id="9" name="Rounded Rectangle 8"/>
          <p:cNvSpPr/>
          <p:nvPr/>
        </p:nvSpPr>
        <p:spPr>
          <a:xfrm>
            <a:off x="310896" y="1463040"/>
            <a:ext cx="4224528" cy="1188720"/>
          </a:xfrm>
          <a:prstGeom prst="roundRect">
            <a:avLst>
              <a:gd name="adj" fmla="val 6000"/>
            </a:avLst>
          </a:prstGeom>
          <a:solidFill>
            <a:srgbClr val="FFFFFF"/>
          </a:solidFill>
          <a:ln w="9525">
            <a:solidFill>
              <a:srgbClr val="E4ECF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12064" y="1591056"/>
            <a:ext cx="3840480" cy="182880"/>
          </a:xfrm>
          <a:prstGeom prst="rect">
            <a:avLst/>
          </a:prstGeom>
          <a:noFill/>
        </p:spPr>
        <p:txBody>
          <a:bodyPr wrap="square" lIns="0" rIns="0" tIns="0" bIns="0" anchor="t">
            <a:spAutoFit/>
          </a:bodyPr>
          <a:lstStyle/>
          <a:p>
            <a:pPr algn="l"/>
            <a:r>
              <a:rPr sz="1050" b="1" i="0">
                <a:solidFill>
                  <a:srgbClr val="0065BD"/>
                </a:solidFill>
                <a:latin typeface="Arial"/>
              </a:rPr>
              <a:t>Global view: distribution over the utterance</a:t>
            </a:r>
          </a:p>
        </p:txBody>
      </p:sp>
      <p:sp>
        <p:nvSpPr>
          <p:cNvPr id="11" name="TextBox 10"/>
          <p:cNvSpPr txBox="1"/>
          <p:nvPr/>
        </p:nvSpPr>
        <p:spPr>
          <a:xfrm>
            <a:off x="512064" y="1810512"/>
            <a:ext cx="3877056" cy="786384"/>
          </a:xfrm>
          <a:prstGeom prst="rect">
            <a:avLst/>
          </a:prstGeom>
          <a:noFill/>
        </p:spPr>
        <p:txBody>
          <a:bodyPr wrap="square" lIns="0" rIns="0" tIns="0" bIns="0" anchor="t">
            <a:spAutoFit/>
          </a:bodyPr>
          <a:lstStyle/>
          <a:p>
            <a:pPr algn="l"/>
            <a:r>
              <a:rPr sz="850" b="0" i="0">
                <a:solidFill>
                  <a:srgbClr val="595959"/>
                </a:solidFill>
                <a:latin typeface="Arial"/>
              </a:rPr>
              <a:t>HuBERT Layer 3, mean, std and max pooled to 4608 dimensions, concatenated with the 88 openSMILE eGeMAPSv02 functionals. StandardScaler, PCA to 256, then a class-balanced Ridge classifier. Layer 3 keeps sub-phonetic detail: vocal fold irregularity, nasal resonance, hoarseness. Upper layers encode words instead.</a:t>
            </a:r>
          </a:p>
        </p:txBody>
      </p:sp>
      <p:sp>
        <p:nvSpPr>
          <p:cNvPr id="12" name="Rounded Rectangle 11"/>
          <p:cNvSpPr/>
          <p:nvPr/>
        </p:nvSpPr>
        <p:spPr>
          <a:xfrm>
            <a:off x="4608576" y="1463040"/>
            <a:ext cx="4224528" cy="1188720"/>
          </a:xfrm>
          <a:prstGeom prst="roundRect">
            <a:avLst>
              <a:gd name="adj" fmla="val 6000"/>
            </a:avLst>
          </a:prstGeom>
          <a:solidFill>
            <a:srgbClr val="FFFFFF"/>
          </a:solidFill>
          <a:ln w="9525">
            <a:solidFill>
              <a:srgbClr val="E4ECF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9744" y="1591056"/>
            <a:ext cx="3840480" cy="182880"/>
          </a:xfrm>
          <a:prstGeom prst="rect">
            <a:avLst/>
          </a:prstGeom>
          <a:noFill/>
        </p:spPr>
        <p:txBody>
          <a:bodyPr wrap="square" lIns="0" rIns="0" tIns="0" bIns="0" anchor="t">
            <a:spAutoFit/>
          </a:bodyPr>
          <a:lstStyle/>
          <a:p>
            <a:pPr algn="l"/>
            <a:r>
              <a:rPr sz="1050" b="1" i="0">
                <a:solidFill>
                  <a:srgbClr val="0065BD"/>
                </a:solidFill>
                <a:latin typeface="Arial"/>
              </a:rPr>
              <a:t>Local view: texture in the spectrogram</a:t>
            </a:r>
          </a:p>
        </p:txBody>
      </p:sp>
      <p:sp>
        <p:nvSpPr>
          <p:cNvPr id="14" name="TextBox 13"/>
          <p:cNvSpPr txBox="1"/>
          <p:nvPr/>
        </p:nvSpPr>
        <p:spPr>
          <a:xfrm>
            <a:off x="4809744" y="1810512"/>
            <a:ext cx="3877056" cy="786384"/>
          </a:xfrm>
          <a:prstGeom prst="rect">
            <a:avLst/>
          </a:prstGeom>
          <a:noFill/>
        </p:spPr>
        <p:txBody>
          <a:bodyPr wrap="square" lIns="0" rIns="0" tIns="0" bIns="0" anchor="t">
            <a:spAutoFit/>
          </a:bodyPr>
          <a:lstStyle/>
          <a:p>
            <a:pPr algn="l"/>
            <a:r>
              <a:rPr sz="850" b="0" i="0">
                <a:solidFill>
                  <a:srgbClr val="595959"/>
                </a:solidFill>
                <a:latin typeface="Arial"/>
              </a:rPr>
              <a:t>A 2D CNN over a 3-channel acoustic image: log-mel, MFCC and delta-MFCC, each 40 by 512. Batch norm, GELU, dropout 0.35. It sees local time-frequency patterns that a pooled vector averages away, so its errors are decorrelated from the global view.</a:t>
            </a:r>
          </a:p>
        </p:txBody>
      </p:sp>
      <p:sp>
        <p:nvSpPr>
          <p:cNvPr id="15" name="Rounded Rectangle 14"/>
          <p:cNvSpPr/>
          <p:nvPr/>
        </p:nvSpPr>
        <p:spPr>
          <a:xfrm>
            <a:off x="310896" y="2761488"/>
            <a:ext cx="4224528" cy="932688"/>
          </a:xfrm>
          <a:prstGeom prst="roundRect">
            <a:avLst>
              <a:gd name="adj" fmla="val 6000"/>
            </a:avLst>
          </a:prstGeom>
          <a:solidFill>
            <a:srgbClr val="E4EC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12064" y="2889504"/>
            <a:ext cx="3840480" cy="182880"/>
          </a:xfrm>
          <a:prstGeom prst="rect">
            <a:avLst/>
          </a:prstGeom>
          <a:noFill/>
        </p:spPr>
        <p:txBody>
          <a:bodyPr wrap="square" lIns="0" rIns="0" tIns="0" bIns="0" anchor="t">
            <a:spAutoFit/>
          </a:bodyPr>
          <a:lstStyle/>
          <a:p>
            <a:pPr algn="l"/>
            <a:r>
              <a:rPr sz="1050" b="1" i="0">
                <a:solidFill>
                  <a:srgbClr val="000000"/>
                </a:solidFill>
                <a:latin typeface="Arial"/>
              </a:rPr>
              <a:t>Submission 4: 50/50 z-score blend</a:t>
            </a:r>
          </a:p>
        </p:txBody>
      </p:sp>
      <p:sp>
        <p:nvSpPr>
          <p:cNvPr id="17" name="TextBox 16"/>
          <p:cNvSpPr txBox="1"/>
          <p:nvPr/>
        </p:nvSpPr>
        <p:spPr>
          <a:xfrm>
            <a:off x="512064" y="3108960"/>
            <a:ext cx="3877056" cy="475488"/>
          </a:xfrm>
          <a:prstGeom prst="rect">
            <a:avLst/>
          </a:prstGeom>
          <a:noFill/>
        </p:spPr>
        <p:txBody>
          <a:bodyPr wrap="square" lIns="0" rIns="0" tIns="0" bIns="0" anchor="t">
            <a:spAutoFit/>
          </a:bodyPr>
          <a:lstStyle/>
          <a:p>
            <a:pPr algn="l"/>
            <a:r>
              <a:rPr sz="850" b="0" i="0">
                <a:solidFill>
                  <a:srgbClr val="595959"/>
                </a:solidFill>
                <a:latin typeface="Arial"/>
              </a:rPr>
              <a:t>Raw probabilities are not comparable when the two score distributions differ in variance, so both are z-scored before averaging. Threshold tuned on pseudo-speaker folds.</a:t>
            </a:r>
          </a:p>
        </p:txBody>
      </p:sp>
      <p:sp>
        <p:nvSpPr>
          <p:cNvPr id="18" name="Rounded Rectangle 17"/>
          <p:cNvSpPr/>
          <p:nvPr/>
        </p:nvSpPr>
        <p:spPr>
          <a:xfrm>
            <a:off x="4608576" y="2761488"/>
            <a:ext cx="4224528" cy="932688"/>
          </a:xfrm>
          <a:prstGeom prst="roundRect">
            <a:avLst>
              <a:gd name="adj" fmla="val 6000"/>
            </a:avLst>
          </a:prstGeom>
          <a:solidFill>
            <a:srgbClr val="E4EC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809744" y="2889504"/>
            <a:ext cx="3840480" cy="182880"/>
          </a:xfrm>
          <a:prstGeom prst="rect">
            <a:avLst/>
          </a:prstGeom>
          <a:noFill/>
        </p:spPr>
        <p:txBody>
          <a:bodyPr wrap="square" lIns="0" rIns="0" tIns="0" bIns="0" anchor="t">
            <a:spAutoFit/>
          </a:bodyPr>
          <a:lstStyle/>
          <a:p>
            <a:pPr algn="l"/>
            <a:r>
              <a:rPr sz="1050" b="1" i="0">
                <a:solidFill>
                  <a:srgbClr val="000000"/>
                </a:solidFill>
                <a:latin typeface="Arial"/>
              </a:rPr>
              <a:t>Submission 5: diagonal CORAL</a:t>
            </a:r>
          </a:p>
        </p:txBody>
      </p:sp>
      <p:sp>
        <p:nvSpPr>
          <p:cNvPr id="20" name="TextBox 19"/>
          <p:cNvSpPr txBox="1"/>
          <p:nvPr/>
        </p:nvSpPr>
        <p:spPr>
          <a:xfrm>
            <a:off x="4809744" y="3108960"/>
            <a:ext cx="3877056" cy="475488"/>
          </a:xfrm>
          <a:prstGeom prst="rect">
            <a:avLst/>
          </a:prstGeom>
          <a:noFill/>
        </p:spPr>
        <p:txBody>
          <a:bodyPr wrap="square" lIns="0" rIns="0" tIns="0" bIns="0" anchor="t">
            <a:spAutoFit/>
          </a:bodyPr>
          <a:lstStyle/>
          <a:p>
            <a:pPr algn="l"/>
            <a:r>
              <a:rPr sz="850" b="0" i="0">
                <a:solidFill>
                  <a:srgbClr val="595959"/>
                </a:solidFill>
                <a:latin typeface="Arial"/>
              </a:rPr>
              <a:t>Align the mean and variance of train plus devel to the test distribution, per dimension, with no test labels. Full 256 by 256 covariance alignment adds inversion noise; the diagonal form acts as a robust cross-domain scaler.</a:t>
            </a:r>
          </a:p>
        </p:txBody>
      </p:sp>
      <p:sp>
        <p:nvSpPr>
          <p:cNvPr id="21" name="Rounded Rectangle 20"/>
          <p:cNvSpPr/>
          <p:nvPr/>
        </p:nvSpPr>
        <p:spPr>
          <a:xfrm>
            <a:off x="310896" y="3785615"/>
            <a:ext cx="8522208" cy="731520"/>
          </a:xfrm>
          <a:prstGeom prst="roundRect">
            <a:avLst>
              <a:gd name="adj" fmla="val 6000"/>
            </a:avLst>
          </a:prstGeom>
          <a:solidFill>
            <a:srgbClr val="005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30352" y="3785615"/>
            <a:ext cx="3017520" cy="731520"/>
          </a:xfrm>
          <a:prstGeom prst="rect">
            <a:avLst/>
          </a:prstGeom>
          <a:noFill/>
        </p:spPr>
        <p:txBody>
          <a:bodyPr wrap="square" lIns="0" rIns="0" tIns="0" bIns="0" anchor="ctr">
            <a:spAutoFit/>
          </a:bodyPr>
          <a:lstStyle/>
          <a:p>
            <a:pPr algn="l">
              <a:spcAft>
                <a:spcPts val="100"/>
              </a:spcAft>
            </a:pPr>
            <a:r>
              <a:rPr sz="1050" b="1" i="0">
                <a:solidFill>
                  <a:srgbClr val="E37222"/>
                </a:solidFill>
                <a:latin typeface="Arial"/>
              </a:rPr>
              <a:t>When the protocol is sound,</a:t>
            </a:r>
          </a:p>
          <a:p>
            <a:pPr algn="l">
              <a:spcAft>
                <a:spcPts val="100"/>
              </a:spcAft>
            </a:pPr>
            <a:r>
              <a:rPr sz="1050" b="1" i="0">
                <a:solidFill>
                  <a:srgbClr val="E37222"/>
                </a:solidFill>
                <a:latin typeface="Arial"/>
              </a:rPr>
              <a:t>the number transfers</a:t>
            </a:r>
          </a:p>
        </p:txBody>
      </p:sp>
      <p:sp>
        <p:nvSpPr>
          <p:cNvPr id="23" name="TextBox 22"/>
          <p:cNvSpPr txBox="1"/>
          <p:nvPr/>
        </p:nvSpPr>
        <p:spPr>
          <a:xfrm>
            <a:off x="3611880" y="3858768"/>
            <a:ext cx="548640" cy="237744"/>
          </a:xfrm>
          <a:prstGeom prst="rect">
            <a:avLst/>
          </a:prstGeom>
          <a:noFill/>
        </p:spPr>
        <p:txBody>
          <a:bodyPr wrap="square" lIns="0" rIns="0" tIns="0" bIns="0" anchor="ctr">
            <a:spAutoFit/>
          </a:bodyPr>
          <a:lstStyle/>
          <a:p>
            <a:pPr algn="l"/>
            <a:r>
              <a:rPr sz="950" b="1" i="0">
                <a:solidFill>
                  <a:srgbClr val="FFFFFF"/>
                </a:solidFill>
                <a:latin typeface="Arial"/>
              </a:rPr>
              <a:t>Sub 4</a:t>
            </a:r>
          </a:p>
        </p:txBody>
      </p:sp>
      <p:sp>
        <p:nvSpPr>
          <p:cNvPr id="24" name="TextBox 23"/>
          <p:cNvSpPr txBox="1"/>
          <p:nvPr/>
        </p:nvSpPr>
        <p:spPr>
          <a:xfrm>
            <a:off x="4206240" y="3858768"/>
            <a:ext cx="1005840" cy="237744"/>
          </a:xfrm>
          <a:prstGeom prst="rect">
            <a:avLst/>
          </a:prstGeom>
          <a:noFill/>
        </p:spPr>
        <p:txBody>
          <a:bodyPr wrap="square" lIns="0" rIns="0" tIns="0" bIns="0" anchor="ctr">
            <a:spAutoFit/>
          </a:bodyPr>
          <a:lstStyle/>
          <a:p>
            <a:pPr algn="l"/>
            <a:r>
              <a:rPr sz="900" b="0" i="0">
                <a:solidFill>
                  <a:srgbClr val="98C6EA"/>
                </a:solidFill>
                <a:latin typeface="Arial"/>
              </a:rPr>
              <a:t>devel 0.6649</a:t>
            </a:r>
          </a:p>
        </p:txBody>
      </p:sp>
      <p:sp>
        <p:nvSpPr>
          <p:cNvPr id="25" name="TextBox 24"/>
          <p:cNvSpPr txBox="1"/>
          <p:nvPr/>
        </p:nvSpPr>
        <p:spPr>
          <a:xfrm>
            <a:off x="5248656" y="3858768"/>
            <a:ext cx="164592" cy="237744"/>
          </a:xfrm>
          <a:prstGeom prst="rect">
            <a:avLst/>
          </a:prstGeom>
          <a:noFill/>
        </p:spPr>
        <p:txBody>
          <a:bodyPr wrap="square" lIns="0" rIns="0" tIns="0" bIns="0" anchor="ctr">
            <a:spAutoFit/>
          </a:bodyPr>
          <a:lstStyle/>
          <a:p>
            <a:pPr algn="l"/>
            <a:r>
              <a:rPr sz="900" b="0" i="0">
                <a:solidFill>
                  <a:srgbClr val="64A0C8"/>
                </a:solidFill>
                <a:latin typeface="Arial"/>
              </a:rPr>
              <a:t>&gt;</a:t>
            </a:r>
          </a:p>
        </p:txBody>
      </p:sp>
      <p:sp>
        <p:nvSpPr>
          <p:cNvPr id="26" name="TextBox 25"/>
          <p:cNvSpPr txBox="1"/>
          <p:nvPr/>
        </p:nvSpPr>
        <p:spPr>
          <a:xfrm>
            <a:off x="5449824" y="3858768"/>
            <a:ext cx="1005840" cy="237744"/>
          </a:xfrm>
          <a:prstGeom prst="rect">
            <a:avLst/>
          </a:prstGeom>
          <a:noFill/>
        </p:spPr>
        <p:txBody>
          <a:bodyPr wrap="square" lIns="0" rIns="0" tIns="0" bIns="0" anchor="ctr">
            <a:spAutoFit/>
          </a:bodyPr>
          <a:lstStyle/>
          <a:p>
            <a:pPr algn="l"/>
            <a:r>
              <a:rPr sz="900" b="1" i="0">
                <a:solidFill>
                  <a:srgbClr val="E37222"/>
                </a:solidFill>
                <a:latin typeface="Arial"/>
              </a:rPr>
              <a:t>test 0.6563</a:t>
            </a:r>
          </a:p>
        </p:txBody>
      </p:sp>
      <p:sp>
        <p:nvSpPr>
          <p:cNvPr id="27" name="TextBox 26"/>
          <p:cNvSpPr txBox="1"/>
          <p:nvPr/>
        </p:nvSpPr>
        <p:spPr>
          <a:xfrm>
            <a:off x="6583680" y="3858768"/>
            <a:ext cx="2011680" cy="237744"/>
          </a:xfrm>
          <a:prstGeom prst="rect">
            <a:avLst/>
          </a:prstGeom>
          <a:noFill/>
        </p:spPr>
        <p:txBody>
          <a:bodyPr wrap="square" lIns="0" rIns="0" tIns="0" bIns="0" anchor="ctr">
            <a:spAutoFit/>
          </a:bodyPr>
          <a:lstStyle/>
          <a:p>
            <a:pPr algn="l"/>
            <a:r>
              <a:rPr sz="800" b="0" i="1">
                <a:solidFill>
                  <a:srgbClr val="64A0C8"/>
                </a:solidFill>
                <a:latin typeface="Arial"/>
              </a:rPr>
              <a:t>0.008 apart</a:t>
            </a:r>
          </a:p>
        </p:txBody>
      </p:sp>
      <p:sp>
        <p:nvSpPr>
          <p:cNvPr id="28" name="TextBox 27"/>
          <p:cNvSpPr txBox="1"/>
          <p:nvPr/>
        </p:nvSpPr>
        <p:spPr>
          <a:xfrm>
            <a:off x="3611880" y="4151376"/>
            <a:ext cx="548640" cy="237744"/>
          </a:xfrm>
          <a:prstGeom prst="rect">
            <a:avLst/>
          </a:prstGeom>
          <a:noFill/>
        </p:spPr>
        <p:txBody>
          <a:bodyPr wrap="square" lIns="0" rIns="0" tIns="0" bIns="0" anchor="ctr">
            <a:spAutoFit/>
          </a:bodyPr>
          <a:lstStyle/>
          <a:p>
            <a:pPr algn="l"/>
            <a:r>
              <a:rPr sz="950" b="1" i="0">
                <a:solidFill>
                  <a:srgbClr val="FFFFFF"/>
                </a:solidFill>
                <a:latin typeface="Arial"/>
              </a:rPr>
              <a:t>Sub 5</a:t>
            </a:r>
          </a:p>
        </p:txBody>
      </p:sp>
      <p:sp>
        <p:nvSpPr>
          <p:cNvPr id="29" name="TextBox 28"/>
          <p:cNvSpPr txBox="1"/>
          <p:nvPr/>
        </p:nvSpPr>
        <p:spPr>
          <a:xfrm>
            <a:off x="4206240" y="4151376"/>
            <a:ext cx="1005840" cy="237744"/>
          </a:xfrm>
          <a:prstGeom prst="rect">
            <a:avLst/>
          </a:prstGeom>
          <a:noFill/>
        </p:spPr>
        <p:txBody>
          <a:bodyPr wrap="square" lIns="0" rIns="0" tIns="0" bIns="0" anchor="ctr">
            <a:spAutoFit/>
          </a:bodyPr>
          <a:lstStyle/>
          <a:p>
            <a:pPr algn="l"/>
            <a:r>
              <a:rPr sz="900" b="0" i="0">
                <a:solidFill>
                  <a:srgbClr val="98C6EA"/>
                </a:solidFill>
                <a:latin typeface="Arial"/>
              </a:rPr>
              <a:t>devel 0.6439</a:t>
            </a:r>
          </a:p>
        </p:txBody>
      </p:sp>
      <p:sp>
        <p:nvSpPr>
          <p:cNvPr id="30" name="TextBox 29"/>
          <p:cNvSpPr txBox="1"/>
          <p:nvPr/>
        </p:nvSpPr>
        <p:spPr>
          <a:xfrm>
            <a:off x="5248656" y="4151376"/>
            <a:ext cx="164592" cy="237744"/>
          </a:xfrm>
          <a:prstGeom prst="rect">
            <a:avLst/>
          </a:prstGeom>
          <a:noFill/>
        </p:spPr>
        <p:txBody>
          <a:bodyPr wrap="square" lIns="0" rIns="0" tIns="0" bIns="0" anchor="ctr">
            <a:spAutoFit/>
          </a:bodyPr>
          <a:lstStyle/>
          <a:p>
            <a:pPr algn="l"/>
            <a:r>
              <a:rPr sz="900" b="0" i="0">
                <a:solidFill>
                  <a:srgbClr val="64A0C8"/>
                </a:solidFill>
                <a:latin typeface="Arial"/>
              </a:rPr>
              <a:t>&gt;</a:t>
            </a:r>
          </a:p>
        </p:txBody>
      </p:sp>
      <p:sp>
        <p:nvSpPr>
          <p:cNvPr id="31" name="TextBox 30"/>
          <p:cNvSpPr txBox="1"/>
          <p:nvPr/>
        </p:nvSpPr>
        <p:spPr>
          <a:xfrm>
            <a:off x="5449824" y="4151376"/>
            <a:ext cx="1005840" cy="237744"/>
          </a:xfrm>
          <a:prstGeom prst="rect">
            <a:avLst/>
          </a:prstGeom>
          <a:noFill/>
        </p:spPr>
        <p:txBody>
          <a:bodyPr wrap="square" lIns="0" rIns="0" tIns="0" bIns="0" anchor="ctr">
            <a:spAutoFit/>
          </a:bodyPr>
          <a:lstStyle/>
          <a:p>
            <a:pPr algn="l"/>
            <a:r>
              <a:rPr sz="900" b="1" i="0">
                <a:solidFill>
                  <a:srgbClr val="E37222"/>
                </a:solidFill>
                <a:latin typeface="Arial"/>
              </a:rPr>
              <a:t>test 0.6567</a:t>
            </a:r>
          </a:p>
        </p:txBody>
      </p:sp>
      <p:sp>
        <p:nvSpPr>
          <p:cNvPr id="32" name="TextBox 31"/>
          <p:cNvSpPr txBox="1"/>
          <p:nvPr/>
        </p:nvSpPr>
        <p:spPr>
          <a:xfrm>
            <a:off x="6583680" y="4151376"/>
            <a:ext cx="2011680" cy="237744"/>
          </a:xfrm>
          <a:prstGeom prst="rect">
            <a:avLst/>
          </a:prstGeom>
          <a:noFill/>
        </p:spPr>
        <p:txBody>
          <a:bodyPr wrap="square" lIns="0" rIns="0" tIns="0" bIns="0" anchor="ctr">
            <a:spAutoFit/>
          </a:bodyPr>
          <a:lstStyle/>
          <a:p>
            <a:pPr algn="l"/>
            <a:r>
              <a:rPr sz="800" b="0" i="1">
                <a:solidFill>
                  <a:srgbClr val="64A0C8"/>
                </a:solidFill>
                <a:latin typeface="Arial"/>
              </a:rPr>
              <a:t>improved on unseen data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500" b="1">
                <a:solidFill>
                  <a:srgbClr val="000000"/>
                </a:solidFill>
                <a:latin typeface="Arial"/>
              </a:rPr>
              <a:t>Results</a:t>
            </a:r>
          </a:p>
        </p:txBody>
      </p:sp>
      <p:sp>
        <p:nvSpPr>
          <p:cNvPr id="3" name="Text Placeholder 2"/>
          <p:cNvSpPr>
            <a:spLocks noGrp="1"/>
          </p:cNvSpPr>
          <p:nvPr>
            <p:ph type="body" idx="14" sz="quarter"/>
          </p:nvPr>
        </p:nvSpPr>
        <p:spPr/>
        <p:txBody>
          <a:bodyPr/>
          <a:lstStyle/>
          <a:p>
            <a:r>
              <a:rPr sz="1300" b="0">
                <a:solidFill>
                  <a:srgbClr val="0065BD"/>
                </a:solidFill>
                <a:latin typeface="Arial"/>
              </a:rPr>
              <a:t>Five submissions, one narrow band</a:t>
            </a:r>
          </a:p>
        </p:txBody>
      </p:sp>
      <p:sp>
        <p:nvSpPr>
          <p:cNvPr id="4" name="TextBox 3"/>
          <p:cNvSpPr txBox="1"/>
          <p:nvPr/>
        </p:nvSpPr>
        <p:spPr>
          <a:xfrm>
            <a:off x="310896" y="4855464"/>
            <a:ext cx="6464808" cy="274320"/>
          </a:xfrm>
          <a:prstGeom prst="rect">
            <a:avLst/>
          </a:prstGeom>
          <a:noFill/>
        </p:spPr>
        <p:txBody>
          <a:bodyPr wrap="square" lIns="0" rIns="0" tIns="0" bIns="0" anchor="ctr">
            <a:spAutoFit/>
          </a:bodyPr>
          <a:lstStyle/>
          <a:p>
            <a:pPr algn="l"/>
            <a:r>
              <a:rPr sz="800" b="0" i="0">
                <a:solidFill>
                  <a:srgbClr val="8C8C8C"/>
                </a:solidFill>
                <a:latin typeface="Arial"/>
              </a:rPr>
              <a:t>Christoph Feldkircher | Ming Lee | Akshat Chouksey | ML4Health SS26 | Cold Detection on URTIC</a:t>
            </a:r>
          </a:p>
        </p:txBody>
      </p:sp>
      <p:sp>
        <p:nvSpPr>
          <p:cNvPr id="5" name="TextBox 4"/>
          <p:cNvSpPr txBox="1"/>
          <p:nvPr/>
        </p:nvSpPr>
        <p:spPr>
          <a:xfrm>
            <a:off x="6775704" y="4855464"/>
            <a:ext cx="2048256" cy="274320"/>
          </a:xfrm>
          <a:prstGeom prst="rect">
            <a:avLst/>
          </a:prstGeom>
          <a:noFill/>
        </p:spPr>
        <p:txBody>
          <a:bodyPr wrap="square" lIns="0" rIns="0" tIns="0" bIns="0" anchor="ctr">
            <a:spAutoFit/>
          </a:bodyPr>
          <a:lstStyle/>
          <a:p>
            <a:pPr algn="r"/>
            <a:r>
              <a:rPr sz="800" b="0" i="0">
                <a:solidFill>
                  <a:srgbClr val="8C8C8C"/>
                </a:solidFill>
                <a:latin typeface="Arial"/>
              </a:rPr>
              <a:t>9</a:t>
            </a:r>
          </a:p>
        </p:txBody>
      </p:sp>
      <p:sp>
        <p:nvSpPr>
          <p:cNvPr id="6" name="TextBox 5"/>
          <p:cNvSpPr txBox="1"/>
          <p:nvPr/>
        </p:nvSpPr>
        <p:spPr>
          <a:xfrm>
            <a:off x="310896" y="1097280"/>
            <a:ext cx="1737360" cy="658368"/>
          </a:xfrm>
          <a:prstGeom prst="rect">
            <a:avLst/>
          </a:prstGeom>
          <a:noFill/>
        </p:spPr>
        <p:txBody>
          <a:bodyPr wrap="square" lIns="0" rIns="0" tIns="0" bIns="0" anchor="ctr">
            <a:spAutoFit/>
          </a:bodyPr>
          <a:lstStyle/>
          <a:p>
            <a:pPr algn="l"/>
            <a:r>
              <a:rPr sz="4000" b="1" i="0">
                <a:solidFill>
                  <a:srgbClr val="0065BD"/>
                </a:solidFill>
                <a:latin typeface="Arial"/>
              </a:rPr>
              <a:t>0.6582</a:t>
            </a:r>
          </a:p>
        </p:txBody>
      </p:sp>
      <p:sp>
        <p:nvSpPr>
          <p:cNvPr id="7" name="TextBox 6"/>
          <p:cNvSpPr txBox="1"/>
          <p:nvPr/>
        </p:nvSpPr>
        <p:spPr>
          <a:xfrm>
            <a:off x="2157984" y="1170432"/>
            <a:ext cx="2834640" cy="237744"/>
          </a:xfrm>
          <a:prstGeom prst="rect">
            <a:avLst/>
          </a:prstGeom>
          <a:noFill/>
        </p:spPr>
        <p:txBody>
          <a:bodyPr wrap="square" lIns="0" rIns="0" tIns="0" bIns="0" anchor="ctr">
            <a:spAutoFit/>
          </a:bodyPr>
          <a:lstStyle/>
          <a:p>
            <a:pPr algn="l"/>
            <a:r>
              <a:rPr sz="1200" b="1" i="0">
                <a:solidFill>
                  <a:srgbClr val="000000"/>
                </a:solidFill>
                <a:latin typeface="Arial"/>
              </a:rPr>
              <a:t>best team submission (UAR)</a:t>
            </a:r>
          </a:p>
        </p:txBody>
      </p:sp>
      <p:sp>
        <p:nvSpPr>
          <p:cNvPr id="8" name="TextBox 7"/>
          <p:cNvSpPr txBox="1"/>
          <p:nvPr/>
        </p:nvSpPr>
        <p:spPr>
          <a:xfrm>
            <a:off x="2157984" y="1444752"/>
            <a:ext cx="2834640" cy="237744"/>
          </a:xfrm>
          <a:prstGeom prst="rect">
            <a:avLst/>
          </a:prstGeom>
          <a:noFill/>
        </p:spPr>
        <p:txBody>
          <a:bodyPr wrap="square" lIns="0" rIns="0" tIns="0" bIns="0" anchor="ctr">
            <a:spAutoFit/>
          </a:bodyPr>
          <a:lstStyle/>
          <a:p>
            <a:pPr algn="l"/>
            <a:r>
              <a:rPr sz="1100" b="0" i="0">
                <a:solidFill>
                  <a:srgbClr val="595959"/>
                </a:solidFill>
                <a:latin typeface="Arial"/>
              </a:rPr>
              <a:t>and four others within 0.036 of it</a:t>
            </a:r>
          </a:p>
        </p:txBody>
      </p:sp>
      <p:graphicFrame>
        <p:nvGraphicFramePr>
          <p:cNvPr id="9" name="Chart 8"/>
          <p:cNvGraphicFramePr>
            <a:graphicFrameLocks noGrp="1"/>
          </p:cNvGraphicFramePr>
          <p:nvPr/>
        </p:nvGraphicFramePr>
        <p:xfrm>
          <a:off x="256032" y="1828800"/>
          <a:ext cx="4663440" cy="2139696"/>
        </p:xfrm>
        <a:graphic>
          <a:graphicData uri="http://schemas.openxmlformats.org/drawingml/2006/chart">
            <c:chart xmlns:c="http://schemas.openxmlformats.org/drawingml/2006/chart" r:id="rId3"/>
          </a:graphicData>
        </a:graphic>
      </p:graphicFrame>
      <p:sp>
        <p:nvSpPr>
          <p:cNvPr id="10" name="TextBox 9"/>
          <p:cNvSpPr txBox="1"/>
          <p:nvPr/>
        </p:nvSpPr>
        <p:spPr>
          <a:xfrm>
            <a:off x="310896" y="4041648"/>
            <a:ext cx="4572000" cy="402336"/>
          </a:xfrm>
          <a:prstGeom prst="rect">
            <a:avLst/>
          </a:prstGeom>
          <a:noFill/>
        </p:spPr>
        <p:txBody>
          <a:bodyPr wrap="square" lIns="0" rIns="0" tIns="0" bIns="0" anchor="t">
            <a:spAutoFit/>
          </a:bodyPr>
          <a:lstStyle/>
          <a:p>
            <a:pPr algn="l"/>
            <a:r>
              <a:rPr sz="950" b="0" i="1">
                <a:solidFill>
                  <a:srgbClr val="005293"/>
                </a:solidFill>
                <a:latin typeface="Arial"/>
              </a:rPr>
              <a:t>The whole spread is narrower than the uncertainty this corpus supports at 37 cold subjects. None of us reached the 2017 baseline.</a:t>
            </a:r>
          </a:p>
        </p:txBody>
      </p:sp>
      <p:graphicFrame>
        <p:nvGraphicFramePr>
          <p:cNvPr id="11" name="Table 10"/>
          <p:cNvGraphicFramePr>
            <a:graphicFrameLocks noGrp="1"/>
          </p:cNvGraphicFramePr>
          <p:nvPr/>
        </p:nvGraphicFramePr>
        <p:xfrm>
          <a:off x="5074920" y="1133856"/>
          <a:ext cx="3758184" cy="1552650"/>
        </p:xfrm>
        <a:graphic>
          <a:graphicData uri="http://schemas.openxmlformats.org/drawingml/2006/table">
            <a:tbl>
              <a:tblPr firstRow="1" bandRow="1">
                <a:tableStyleId>{5C22544A-7EE6-4342-B048-85BDC9FD1C3A}</a:tableStyleId>
              </a:tblPr>
              <a:tblGrid>
                <a:gridCol w="649224"/>
                <a:gridCol w="777240"/>
                <a:gridCol w="777240"/>
                <a:gridCol w="777240"/>
                <a:gridCol w="777240"/>
              </a:tblGrid>
              <a:tr h="258775">
                <a:tc>
                  <a:txBody>
                    <a:bodyPr/>
                    <a:lstStyle/>
                    <a:p>
                      <a:pPr algn="l"/>
                      <a:r>
                        <a:rPr sz="900" b="1">
                          <a:solidFill>
                            <a:srgbClr val="000000"/>
                          </a:solidFill>
                          <a:latin typeface="Arial"/>
                        </a:rPr>
                        <a:t>Sub</a:t>
                      </a:r>
                    </a:p>
                  </a:txBody>
                  <a:tcPr marL="54864" marR="54864" marT="9144" marB="9144" anchor="ctr">
                    <a:solidFill>
                      <a:srgbClr val="E4ECF3"/>
                    </a:solidFill>
                  </a:tcPr>
                </a:tc>
                <a:tc>
                  <a:txBody>
                    <a:bodyPr/>
                    <a:lstStyle/>
                    <a:p>
                      <a:pPr algn="r"/>
                      <a:r>
                        <a:rPr sz="900" b="1">
                          <a:solidFill>
                            <a:srgbClr val="000000"/>
                          </a:solidFill>
                          <a:latin typeface="Arial"/>
                        </a:rPr>
                        <a:t>UAR</a:t>
                      </a:r>
                    </a:p>
                  </a:txBody>
                  <a:tcPr marL="54864" marR="54864" marT="9144" marB="9144" anchor="ctr">
                    <a:solidFill>
                      <a:srgbClr val="E4ECF3"/>
                    </a:solidFill>
                  </a:tcPr>
                </a:tc>
                <a:tc>
                  <a:txBody>
                    <a:bodyPr/>
                    <a:lstStyle/>
                    <a:p>
                      <a:pPr algn="r"/>
                      <a:r>
                        <a:rPr sz="900" b="1">
                          <a:solidFill>
                            <a:srgbClr val="000000"/>
                          </a:solidFill>
                          <a:latin typeface="Arial"/>
                        </a:rPr>
                        <a:t>Acc.</a:t>
                      </a:r>
                    </a:p>
                  </a:txBody>
                  <a:tcPr marL="54864" marR="54864" marT="9144" marB="9144" anchor="ctr">
                    <a:solidFill>
                      <a:srgbClr val="E4ECF3"/>
                    </a:solidFill>
                  </a:tcPr>
                </a:tc>
                <a:tc>
                  <a:txBody>
                    <a:bodyPr/>
                    <a:lstStyle/>
                    <a:p>
                      <a:pPr algn="r"/>
                      <a:r>
                        <a:rPr sz="900" b="1">
                          <a:solidFill>
                            <a:srgbClr val="000000"/>
                          </a:solidFill>
                          <a:latin typeface="Arial"/>
                        </a:rPr>
                        <a:t>Prec.</a:t>
                      </a:r>
                    </a:p>
                  </a:txBody>
                  <a:tcPr marL="54864" marR="54864" marT="9144" marB="9144" anchor="ctr">
                    <a:solidFill>
                      <a:srgbClr val="E4ECF3"/>
                    </a:solidFill>
                  </a:tcPr>
                </a:tc>
                <a:tc>
                  <a:txBody>
                    <a:bodyPr/>
                    <a:lstStyle/>
                    <a:p>
                      <a:pPr algn="r"/>
                      <a:r>
                        <a:rPr sz="900" b="1">
                          <a:solidFill>
                            <a:srgbClr val="000000"/>
                          </a:solidFill>
                          <a:latin typeface="Arial"/>
                        </a:rPr>
                        <a:t>F1</a:t>
                      </a:r>
                    </a:p>
                  </a:txBody>
                  <a:tcPr marL="54864" marR="54864" marT="9144" marB="9144" anchor="ctr">
                    <a:solidFill>
                      <a:srgbClr val="E4ECF3"/>
                    </a:solidFill>
                  </a:tcPr>
                </a:tc>
              </a:tr>
              <a:tr h="258775">
                <a:tc>
                  <a:txBody>
                    <a:bodyPr/>
                    <a:lstStyle/>
                    <a:p>
                      <a:pPr algn="l"/>
                      <a:r>
                        <a:rPr sz="900" b="0">
                          <a:solidFill>
                            <a:srgbClr val="595959"/>
                          </a:solidFill>
                          <a:latin typeface="Arial"/>
                        </a:rPr>
                        <a:t>1</a:t>
                      </a:r>
                    </a:p>
                  </a:txBody>
                  <a:tcPr marL="54864" marR="54864" marT="9144" marB="9144" anchor="ctr">
                    <a:solidFill>
                      <a:srgbClr val="FFFFFF"/>
                    </a:solidFill>
                  </a:tcPr>
                </a:tc>
                <a:tc>
                  <a:txBody>
                    <a:bodyPr/>
                    <a:lstStyle/>
                    <a:p>
                      <a:pPr algn="r"/>
                      <a:r>
                        <a:rPr sz="900" b="0">
                          <a:solidFill>
                            <a:srgbClr val="595959"/>
                          </a:solidFill>
                          <a:latin typeface="Arial"/>
                        </a:rPr>
                        <a:t>0.6280</a:t>
                      </a:r>
                    </a:p>
                  </a:txBody>
                  <a:tcPr marL="54864" marR="54864" marT="9144" marB="9144" anchor="ctr">
                    <a:solidFill>
                      <a:srgbClr val="FFFFFF"/>
                    </a:solidFill>
                  </a:tcPr>
                </a:tc>
                <a:tc>
                  <a:txBody>
                    <a:bodyPr/>
                    <a:lstStyle/>
                    <a:p>
                      <a:pPr algn="r"/>
                      <a:r>
                        <a:rPr sz="900" b="0">
                          <a:solidFill>
                            <a:srgbClr val="595959"/>
                          </a:solidFill>
                          <a:latin typeface="Arial"/>
                        </a:rPr>
                        <a:t>0.6498</a:t>
                      </a:r>
                    </a:p>
                  </a:txBody>
                  <a:tcPr marL="54864" marR="54864" marT="9144" marB="9144" anchor="ctr">
                    <a:solidFill>
                      <a:srgbClr val="FFFFFF"/>
                    </a:solidFill>
                  </a:tcPr>
                </a:tc>
                <a:tc>
                  <a:txBody>
                    <a:bodyPr/>
                    <a:lstStyle/>
                    <a:p>
                      <a:pPr algn="r"/>
                      <a:r>
                        <a:rPr sz="900" b="0">
                          <a:solidFill>
                            <a:srgbClr val="595959"/>
                          </a:solidFill>
                          <a:latin typeface="Arial"/>
                        </a:rPr>
                        <a:t>0.5467</a:t>
                      </a:r>
                    </a:p>
                  </a:txBody>
                  <a:tcPr marL="54864" marR="54864" marT="9144" marB="9144" anchor="ctr">
                    <a:solidFill>
                      <a:srgbClr val="FFFFFF"/>
                    </a:solidFill>
                  </a:tcPr>
                </a:tc>
                <a:tc>
                  <a:txBody>
                    <a:bodyPr/>
                    <a:lstStyle/>
                    <a:p>
                      <a:pPr algn="r"/>
                      <a:r>
                        <a:rPr sz="900" b="0">
                          <a:solidFill>
                            <a:srgbClr val="595959"/>
                          </a:solidFill>
                          <a:latin typeface="Arial"/>
                        </a:rPr>
                        <a:t>0.5078</a:t>
                      </a:r>
                    </a:p>
                  </a:txBody>
                  <a:tcPr marL="54864" marR="54864" marT="9144" marB="9144" anchor="ctr">
                    <a:solidFill>
                      <a:srgbClr val="FFFFFF"/>
                    </a:solidFill>
                  </a:tcPr>
                </a:tc>
              </a:tr>
              <a:tr h="258775">
                <a:tc>
                  <a:txBody>
                    <a:bodyPr/>
                    <a:lstStyle/>
                    <a:p>
                      <a:pPr algn="l"/>
                      <a:r>
                        <a:rPr sz="900" b="0">
                          <a:solidFill>
                            <a:srgbClr val="595959"/>
                          </a:solidFill>
                          <a:latin typeface="Arial"/>
                        </a:rPr>
                        <a:t>2</a:t>
                      </a:r>
                    </a:p>
                  </a:txBody>
                  <a:tcPr marL="54864" marR="54864" marT="9144" marB="9144" anchor="ctr">
                    <a:solidFill>
                      <a:srgbClr val="FFFFFF"/>
                    </a:solidFill>
                  </a:tcPr>
                </a:tc>
                <a:tc>
                  <a:txBody>
                    <a:bodyPr/>
                    <a:lstStyle/>
                    <a:p>
                      <a:pPr algn="r"/>
                      <a:r>
                        <a:rPr sz="900" b="0">
                          <a:solidFill>
                            <a:srgbClr val="595959"/>
                          </a:solidFill>
                          <a:latin typeface="Arial"/>
                        </a:rPr>
                        <a:t>0.6220</a:t>
                      </a:r>
                    </a:p>
                  </a:txBody>
                  <a:tcPr marL="54864" marR="54864" marT="9144" marB="9144" anchor="ctr">
                    <a:solidFill>
                      <a:srgbClr val="FFFFFF"/>
                    </a:solidFill>
                  </a:tcPr>
                </a:tc>
                <a:tc>
                  <a:txBody>
                    <a:bodyPr/>
                    <a:lstStyle/>
                    <a:p>
                      <a:pPr algn="r"/>
                      <a:r>
                        <a:rPr sz="900" b="0">
                          <a:solidFill>
                            <a:srgbClr val="595959"/>
                          </a:solidFill>
                          <a:latin typeface="Arial"/>
                        </a:rPr>
                        <a:t>0.6952</a:t>
                      </a:r>
                    </a:p>
                  </a:txBody>
                  <a:tcPr marL="54864" marR="54864" marT="9144" marB="9144" anchor="ctr">
                    <a:solidFill>
                      <a:srgbClr val="FFFFFF"/>
                    </a:solidFill>
                  </a:tcPr>
                </a:tc>
                <a:tc>
                  <a:txBody>
                    <a:bodyPr/>
                    <a:lstStyle/>
                    <a:p>
                      <a:pPr algn="r"/>
                      <a:r>
                        <a:rPr sz="900" b="0">
                          <a:solidFill>
                            <a:srgbClr val="595959"/>
                          </a:solidFill>
                          <a:latin typeface="Arial"/>
                        </a:rPr>
                        <a:t>0.5484</a:t>
                      </a:r>
                    </a:p>
                  </a:txBody>
                  <a:tcPr marL="54864" marR="54864" marT="9144" marB="9144" anchor="ctr">
                    <a:solidFill>
                      <a:srgbClr val="FFFFFF"/>
                    </a:solidFill>
                  </a:tcPr>
                </a:tc>
                <a:tc>
                  <a:txBody>
                    <a:bodyPr/>
                    <a:lstStyle/>
                    <a:p>
                      <a:pPr algn="r"/>
                      <a:r>
                        <a:rPr sz="900" b="0">
                          <a:solidFill>
                            <a:srgbClr val="595959"/>
                          </a:solidFill>
                          <a:latin typeface="Arial"/>
                        </a:rPr>
                        <a:t>0.5277</a:t>
                      </a:r>
                    </a:p>
                  </a:txBody>
                  <a:tcPr marL="54864" marR="54864" marT="9144" marB="9144" anchor="ctr">
                    <a:solidFill>
                      <a:srgbClr val="FFFFFF"/>
                    </a:solidFill>
                  </a:tcPr>
                </a:tc>
              </a:tr>
              <a:tr h="258775">
                <a:tc>
                  <a:txBody>
                    <a:bodyPr/>
                    <a:lstStyle/>
                    <a:p>
                      <a:pPr algn="l"/>
                      <a:r>
                        <a:rPr sz="900" b="0">
                          <a:solidFill>
                            <a:srgbClr val="595959"/>
                          </a:solidFill>
                          <a:latin typeface="Arial"/>
                        </a:rPr>
                        <a:t>3</a:t>
                      </a:r>
                    </a:p>
                  </a:txBody>
                  <a:tcPr marL="54864" marR="54864" marT="9144" marB="9144" anchor="ctr">
                    <a:solidFill>
                      <a:srgbClr val="FFFFFF"/>
                    </a:solidFill>
                  </a:tcPr>
                </a:tc>
                <a:tc>
                  <a:txBody>
                    <a:bodyPr/>
                    <a:lstStyle/>
                    <a:p>
                      <a:pPr algn="r"/>
                      <a:r>
                        <a:rPr sz="900" b="0">
                          <a:solidFill>
                            <a:srgbClr val="595959"/>
                          </a:solidFill>
                          <a:latin typeface="Arial"/>
                        </a:rPr>
                        <a:t>0.6582</a:t>
                      </a:r>
                    </a:p>
                  </a:txBody>
                  <a:tcPr marL="54864" marR="54864" marT="9144" marB="9144" anchor="ctr">
                    <a:solidFill>
                      <a:srgbClr val="FFFFFF"/>
                    </a:solidFill>
                  </a:tcPr>
                </a:tc>
                <a:tc>
                  <a:txBody>
                    <a:bodyPr/>
                    <a:lstStyle/>
                    <a:p>
                      <a:pPr algn="r"/>
                      <a:r>
                        <a:rPr sz="900" b="0">
                          <a:solidFill>
                            <a:srgbClr val="595959"/>
                          </a:solidFill>
                          <a:latin typeface="Arial"/>
                        </a:rPr>
                        <a:t>0.5575</a:t>
                      </a:r>
                    </a:p>
                  </a:txBody>
                  <a:tcPr marL="54864" marR="54864" marT="9144" marB="9144" anchor="ctr">
                    <a:solidFill>
                      <a:srgbClr val="FFFFFF"/>
                    </a:solidFill>
                  </a:tcPr>
                </a:tc>
                <a:tc>
                  <a:txBody>
                    <a:bodyPr/>
                    <a:lstStyle/>
                    <a:p>
                      <a:pPr algn="r"/>
                      <a:r>
                        <a:rPr sz="900" b="0">
                          <a:solidFill>
                            <a:srgbClr val="595959"/>
                          </a:solidFill>
                          <a:latin typeface="Arial"/>
                        </a:rPr>
                        <a:t>0.5538</a:t>
                      </a:r>
                    </a:p>
                  </a:txBody>
                  <a:tcPr marL="54864" marR="54864" marT="9144" marB="9144" anchor="ctr">
                    <a:solidFill>
                      <a:srgbClr val="FFFFFF"/>
                    </a:solidFill>
                  </a:tcPr>
                </a:tc>
                <a:tc>
                  <a:txBody>
                    <a:bodyPr/>
                    <a:lstStyle/>
                    <a:p>
                      <a:pPr algn="r"/>
                      <a:r>
                        <a:rPr sz="900" b="0">
                          <a:solidFill>
                            <a:srgbClr val="595959"/>
                          </a:solidFill>
                          <a:latin typeface="Arial"/>
                        </a:rPr>
                        <a:t>0.4676</a:t>
                      </a:r>
                    </a:p>
                  </a:txBody>
                  <a:tcPr marL="54864" marR="54864" marT="9144" marB="9144" anchor="ctr">
                    <a:solidFill>
                      <a:srgbClr val="FFFFFF"/>
                    </a:solidFill>
                  </a:tcPr>
                </a:tc>
              </a:tr>
              <a:tr h="258775">
                <a:tc>
                  <a:txBody>
                    <a:bodyPr/>
                    <a:lstStyle/>
                    <a:p>
                      <a:pPr algn="l"/>
                      <a:r>
                        <a:rPr sz="900" b="0">
                          <a:solidFill>
                            <a:srgbClr val="595959"/>
                          </a:solidFill>
                          <a:latin typeface="Arial"/>
                        </a:rPr>
                        <a:t>4</a:t>
                      </a:r>
                    </a:p>
                  </a:txBody>
                  <a:tcPr marL="54864" marR="54864" marT="9144" marB="9144" anchor="ctr">
                    <a:solidFill>
                      <a:srgbClr val="FFFFFF"/>
                    </a:solidFill>
                  </a:tcPr>
                </a:tc>
                <a:tc>
                  <a:txBody>
                    <a:bodyPr/>
                    <a:lstStyle/>
                    <a:p>
                      <a:pPr algn="r"/>
                      <a:r>
                        <a:rPr sz="900" b="0">
                          <a:solidFill>
                            <a:srgbClr val="595959"/>
                          </a:solidFill>
                          <a:latin typeface="Arial"/>
                        </a:rPr>
                        <a:t>0.6563</a:t>
                      </a:r>
                    </a:p>
                  </a:txBody>
                  <a:tcPr marL="54864" marR="54864" marT="9144" marB="9144" anchor="ctr">
                    <a:solidFill>
                      <a:srgbClr val="FFFFFF"/>
                    </a:solidFill>
                  </a:tcPr>
                </a:tc>
                <a:tc>
                  <a:txBody>
                    <a:bodyPr/>
                    <a:lstStyle/>
                    <a:p>
                      <a:pPr algn="r"/>
                      <a:r>
                        <a:rPr sz="900" b="0">
                          <a:solidFill>
                            <a:srgbClr val="595959"/>
                          </a:solidFill>
                          <a:latin typeface="Arial"/>
                        </a:rPr>
                        <a:t>0.7321</a:t>
                      </a:r>
                    </a:p>
                  </a:txBody>
                  <a:tcPr marL="54864" marR="54864" marT="9144" marB="9144" anchor="ctr">
                    <a:solidFill>
                      <a:srgbClr val="FFFFFF"/>
                    </a:solidFill>
                  </a:tcPr>
                </a:tc>
                <a:tc>
                  <a:txBody>
                    <a:bodyPr/>
                    <a:lstStyle/>
                    <a:p>
                      <a:pPr algn="r"/>
                      <a:r>
                        <a:rPr sz="900" b="0">
                          <a:solidFill>
                            <a:srgbClr val="595959"/>
                          </a:solidFill>
                          <a:latin typeface="Arial"/>
                        </a:rPr>
                        <a:t>0.5659</a:t>
                      </a:r>
                    </a:p>
                  </a:txBody>
                  <a:tcPr marL="54864" marR="54864" marT="9144" marB="9144" anchor="ctr">
                    <a:solidFill>
                      <a:srgbClr val="FFFFFF"/>
                    </a:solidFill>
                  </a:tcPr>
                </a:tc>
                <a:tc>
                  <a:txBody>
                    <a:bodyPr/>
                    <a:lstStyle/>
                    <a:p>
                      <a:pPr algn="r"/>
                      <a:r>
                        <a:rPr sz="900" b="0">
                          <a:solidFill>
                            <a:srgbClr val="595959"/>
                          </a:solidFill>
                          <a:latin typeface="Arial"/>
                        </a:rPr>
                        <a:t>0.5589</a:t>
                      </a:r>
                    </a:p>
                  </a:txBody>
                  <a:tcPr marL="54864" marR="54864" marT="9144" marB="9144" anchor="ctr">
                    <a:solidFill>
                      <a:srgbClr val="FFFFFF"/>
                    </a:solidFill>
                  </a:tcPr>
                </a:tc>
              </a:tr>
              <a:tr h="258775">
                <a:tc>
                  <a:txBody>
                    <a:bodyPr/>
                    <a:lstStyle/>
                    <a:p>
                      <a:pPr algn="l"/>
                      <a:r>
                        <a:rPr sz="900" b="0">
                          <a:solidFill>
                            <a:srgbClr val="595959"/>
                          </a:solidFill>
                          <a:latin typeface="Arial"/>
                        </a:rPr>
                        <a:t>5</a:t>
                      </a:r>
                    </a:p>
                  </a:txBody>
                  <a:tcPr marL="54864" marR="54864" marT="9144" marB="9144" anchor="ctr">
                    <a:solidFill>
                      <a:srgbClr val="FFFFFF"/>
                    </a:solidFill>
                  </a:tcPr>
                </a:tc>
                <a:tc>
                  <a:txBody>
                    <a:bodyPr/>
                    <a:lstStyle/>
                    <a:p>
                      <a:pPr algn="r"/>
                      <a:r>
                        <a:rPr sz="900" b="0">
                          <a:solidFill>
                            <a:srgbClr val="595959"/>
                          </a:solidFill>
                          <a:latin typeface="Arial"/>
                        </a:rPr>
                        <a:t>0.6567</a:t>
                      </a:r>
                    </a:p>
                  </a:txBody>
                  <a:tcPr marL="54864" marR="54864" marT="9144" marB="9144" anchor="ctr">
                    <a:solidFill>
                      <a:srgbClr val="FFFFFF"/>
                    </a:solidFill>
                  </a:tcPr>
                </a:tc>
                <a:tc>
                  <a:txBody>
                    <a:bodyPr/>
                    <a:lstStyle/>
                    <a:p>
                      <a:pPr algn="r"/>
                      <a:r>
                        <a:rPr sz="900" b="0">
                          <a:solidFill>
                            <a:srgbClr val="595959"/>
                          </a:solidFill>
                          <a:latin typeface="Arial"/>
                        </a:rPr>
                        <a:t>0.7708</a:t>
                      </a:r>
                    </a:p>
                  </a:txBody>
                  <a:tcPr marL="54864" marR="54864" marT="9144" marB="9144" anchor="ctr">
                    <a:solidFill>
                      <a:srgbClr val="FFFFFF"/>
                    </a:solidFill>
                  </a:tcPr>
                </a:tc>
                <a:tc>
                  <a:txBody>
                    <a:bodyPr/>
                    <a:lstStyle/>
                    <a:p>
                      <a:pPr algn="r"/>
                      <a:r>
                        <a:rPr sz="900" b="0">
                          <a:solidFill>
                            <a:srgbClr val="595959"/>
                          </a:solidFill>
                          <a:latin typeface="Arial"/>
                        </a:rPr>
                        <a:t>0.5746</a:t>
                      </a:r>
                    </a:p>
                  </a:txBody>
                  <a:tcPr marL="54864" marR="54864" marT="9144" marB="9144" anchor="ctr">
                    <a:solidFill>
                      <a:srgbClr val="FFFFFF"/>
                    </a:solidFill>
                  </a:tcPr>
                </a:tc>
                <a:tc>
                  <a:txBody>
                    <a:bodyPr/>
                    <a:lstStyle/>
                    <a:p>
                      <a:pPr algn="r"/>
                      <a:r>
                        <a:rPr sz="900" b="0">
                          <a:solidFill>
                            <a:srgbClr val="595959"/>
                          </a:solidFill>
                          <a:latin typeface="Arial"/>
                        </a:rPr>
                        <a:t>0.5800</a:t>
                      </a:r>
                    </a:p>
                  </a:txBody>
                  <a:tcPr marL="54864" marR="54864" marT="9144" marB="9144" anchor="ctr">
                    <a:solidFill>
                      <a:srgbClr val="FFFFFF"/>
                    </a:solidFill>
                  </a:tcPr>
                </a:tc>
              </a:tr>
            </a:tbl>
          </a:graphicData>
        </a:graphic>
      </p:graphicFrame>
      <p:sp>
        <p:nvSpPr>
          <p:cNvPr id="12" name="Rounded Rectangle 11"/>
          <p:cNvSpPr/>
          <p:nvPr/>
        </p:nvSpPr>
        <p:spPr>
          <a:xfrm>
            <a:off x="5074920" y="2798064"/>
            <a:ext cx="3758184" cy="1481328"/>
          </a:xfrm>
          <a:prstGeom prst="roundRect">
            <a:avLst>
              <a:gd name="adj" fmla="val 6000"/>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294376" y="2962656"/>
            <a:ext cx="3383280" cy="201168"/>
          </a:xfrm>
          <a:prstGeom prst="rect">
            <a:avLst/>
          </a:prstGeom>
          <a:noFill/>
        </p:spPr>
        <p:txBody>
          <a:bodyPr wrap="square" lIns="0" rIns="0" tIns="0" bIns="0" anchor="t">
            <a:spAutoFit/>
          </a:bodyPr>
          <a:lstStyle/>
          <a:p>
            <a:pPr algn="l"/>
            <a:r>
              <a:rPr sz="1150" b="1" i="0">
                <a:solidFill>
                  <a:srgbClr val="000000"/>
                </a:solidFill>
                <a:latin typeface="Arial"/>
              </a:rPr>
              <a:t>Same UAR, different behaviour</a:t>
            </a:r>
          </a:p>
        </p:txBody>
      </p:sp>
      <p:sp>
        <p:nvSpPr>
          <p:cNvPr id="14" name="TextBox 13"/>
          <p:cNvSpPr txBox="1"/>
          <p:nvPr/>
        </p:nvSpPr>
        <p:spPr>
          <a:xfrm>
            <a:off x="5294376" y="3255264"/>
            <a:ext cx="1645920" cy="201168"/>
          </a:xfrm>
          <a:prstGeom prst="rect">
            <a:avLst/>
          </a:prstGeom>
          <a:noFill/>
        </p:spPr>
        <p:txBody>
          <a:bodyPr wrap="square" lIns="0" rIns="0" tIns="0" bIns="0" anchor="t">
            <a:spAutoFit/>
          </a:bodyPr>
          <a:lstStyle/>
          <a:p>
            <a:pPr algn="l"/>
            <a:r>
              <a:rPr sz="950" b="1" i="0">
                <a:solidFill>
                  <a:srgbClr val="0065BD"/>
                </a:solidFill>
                <a:latin typeface="Arial"/>
              </a:rPr>
              <a:t>Sub 3, UAR 0.658</a:t>
            </a:r>
          </a:p>
        </p:txBody>
      </p:sp>
      <p:sp>
        <p:nvSpPr>
          <p:cNvPr id="15" name="TextBox 14"/>
          <p:cNvSpPr txBox="1"/>
          <p:nvPr/>
        </p:nvSpPr>
        <p:spPr>
          <a:xfrm>
            <a:off x="5294376" y="3474720"/>
            <a:ext cx="1645920" cy="384048"/>
          </a:xfrm>
          <a:prstGeom prst="rect">
            <a:avLst/>
          </a:prstGeom>
          <a:noFill/>
        </p:spPr>
        <p:txBody>
          <a:bodyPr wrap="square" lIns="0" rIns="0" tIns="0" bIns="0" anchor="t">
            <a:spAutoFit/>
          </a:bodyPr>
          <a:lstStyle/>
          <a:p>
            <a:pPr algn="l"/>
            <a:r>
              <a:rPr sz="900" b="0" i="0">
                <a:solidFill>
                  <a:srgbClr val="595959"/>
                </a:solidFill>
                <a:latin typeface="Arial"/>
              </a:rPr>
              <a:t>accuracy 0.558</a:t>
            </a:r>
          </a:p>
          <a:p>
            <a:pPr algn="l"/>
            <a:r>
              <a:rPr sz="900" b="0" i="0">
                <a:solidFill>
                  <a:srgbClr val="595959"/>
                </a:solidFill>
                <a:latin typeface="Arial"/>
              </a:rPr>
              <a:t>F1 0.468</a:t>
            </a:r>
          </a:p>
        </p:txBody>
      </p:sp>
      <p:sp>
        <p:nvSpPr>
          <p:cNvPr id="16" name="TextBox 15"/>
          <p:cNvSpPr txBox="1"/>
          <p:nvPr/>
        </p:nvSpPr>
        <p:spPr>
          <a:xfrm>
            <a:off x="7086600" y="3255264"/>
            <a:ext cx="1645920" cy="201168"/>
          </a:xfrm>
          <a:prstGeom prst="rect">
            <a:avLst/>
          </a:prstGeom>
          <a:noFill/>
        </p:spPr>
        <p:txBody>
          <a:bodyPr wrap="square" lIns="0" rIns="0" tIns="0" bIns="0" anchor="t">
            <a:spAutoFit/>
          </a:bodyPr>
          <a:lstStyle/>
          <a:p>
            <a:pPr algn="l"/>
            <a:r>
              <a:rPr sz="950" b="1" i="0">
                <a:solidFill>
                  <a:srgbClr val="0065BD"/>
                </a:solidFill>
                <a:latin typeface="Arial"/>
              </a:rPr>
              <a:t>Sub 5, UAR 0.657</a:t>
            </a:r>
          </a:p>
        </p:txBody>
      </p:sp>
      <p:sp>
        <p:nvSpPr>
          <p:cNvPr id="17" name="TextBox 16"/>
          <p:cNvSpPr txBox="1"/>
          <p:nvPr/>
        </p:nvSpPr>
        <p:spPr>
          <a:xfrm>
            <a:off x="7086600" y="3474720"/>
            <a:ext cx="1645920" cy="384048"/>
          </a:xfrm>
          <a:prstGeom prst="rect">
            <a:avLst/>
          </a:prstGeom>
          <a:noFill/>
        </p:spPr>
        <p:txBody>
          <a:bodyPr wrap="square" lIns="0" rIns="0" tIns="0" bIns="0" anchor="t">
            <a:spAutoFit/>
          </a:bodyPr>
          <a:lstStyle/>
          <a:p>
            <a:pPr algn="l"/>
            <a:r>
              <a:rPr sz="900" b="0" i="0">
                <a:solidFill>
                  <a:srgbClr val="595959"/>
                </a:solidFill>
                <a:latin typeface="Arial"/>
              </a:rPr>
              <a:t>accuracy 0.771</a:t>
            </a:r>
          </a:p>
          <a:p>
            <a:pPr algn="l"/>
            <a:r>
              <a:rPr sz="900" b="0" i="0">
                <a:solidFill>
                  <a:srgbClr val="595959"/>
                </a:solidFill>
                <a:latin typeface="Arial"/>
              </a:rPr>
              <a:t>F1 0.580</a:t>
            </a:r>
          </a:p>
        </p:txBody>
      </p:sp>
      <p:sp>
        <p:nvSpPr>
          <p:cNvPr id="18" name="TextBox 17"/>
          <p:cNvSpPr txBox="1"/>
          <p:nvPr/>
        </p:nvSpPr>
        <p:spPr>
          <a:xfrm>
            <a:off x="5294376" y="3931920"/>
            <a:ext cx="3383280" cy="274320"/>
          </a:xfrm>
          <a:prstGeom prst="rect">
            <a:avLst/>
          </a:prstGeom>
          <a:noFill/>
        </p:spPr>
        <p:txBody>
          <a:bodyPr wrap="square" lIns="0" rIns="0" tIns="0" bIns="0" anchor="t">
            <a:spAutoFit/>
          </a:bodyPr>
          <a:lstStyle/>
          <a:p>
            <a:pPr algn="l"/>
            <a:r>
              <a:rPr sz="900" b="0" i="1">
                <a:solidFill>
                  <a:srgbClr val="005293"/>
                </a:solidFill>
                <a:latin typeface="Arial"/>
              </a:rPr>
              <a:t>Nearly the same UAR, very different operating points. The metric hides that.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500" b="1">
                <a:solidFill>
                  <a:srgbClr val="000000"/>
                </a:solidFill>
                <a:latin typeface="Arial"/>
              </a:rPr>
              <a:t>What we found</a:t>
            </a:r>
          </a:p>
        </p:txBody>
      </p:sp>
      <p:sp>
        <p:nvSpPr>
          <p:cNvPr id="3" name="TextBox 2"/>
          <p:cNvSpPr txBox="1"/>
          <p:nvPr/>
        </p:nvSpPr>
        <p:spPr>
          <a:xfrm>
            <a:off x="310896" y="4855464"/>
            <a:ext cx="6464808" cy="274320"/>
          </a:xfrm>
          <a:prstGeom prst="rect">
            <a:avLst/>
          </a:prstGeom>
          <a:noFill/>
        </p:spPr>
        <p:txBody>
          <a:bodyPr wrap="square" lIns="0" rIns="0" tIns="0" bIns="0" anchor="ctr">
            <a:spAutoFit/>
          </a:bodyPr>
          <a:lstStyle/>
          <a:p>
            <a:pPr algn="l"/>
            <a:r>
              <a:rPr sz="800" b="0" i="0">
                <a:solidFill>
                  <a:srgbClr val="8C8C8C"/>
                </a:solidFill>
                <a:latin typeface="Arial"/>
              </a:rPr>
              <a:t>Christoph Feldkircher | Ming Lee | Akshat Chouksey | ML4Health SS26 | Cold Detection on URTIC</a:t>
            </a:r>
          </a:p>
        </p:txBody>
      </p:sp>
      <p:sp>
        <p:nvSpPr>
          <p:cNvPr id="4" name="TextBox 3"/>
          <p:cNvSpPr txBox="1"/>
          <p:nvPr/>
        </p:nvSpPr>
        <p:spPr>
          <a:xfrm>
            <a:off x="6775704" y="4855464"/>
            <a:ext cx="2048256" cy="274320"/>
          </a:xfrm>
          <a:prstGeom prst="rect">
            <a:avLst/>
          </a:prstGeom>
          <a:noFill/>
        </p:spPr>
        <p:txBody>
          <a:bodyPr wrap="square" lIns="0" rIns="0" tIns="0" bIns="0" anchor="ctr">
            <a:spAutoFit/>
          </a:bodyPr>
          <a:lstStyle/>
          <a:p>
            <a:pPr algn="r"/>
            <a:r>
              <a:rPr sz="800" b="0" i="0">
                <a:solidFill>
                  <a:srgbClr val="8C8C8C"/>
                </a:solidFill>
                <a:latin typeface="Arial"/>
              </a:rPr>
              <a:t>10</a:t>
            </a:r>
          </a:p>
        </p:txBody>
      </p:sp>
      <p:sp>
        <p:nvSpPr>
          <p:cNvPr id="5" name="Oval 4"/>
          <p:cNvSpPr/>
          <p:nvPr/>
        </p:nvSpPr>
        <p:spPr>
          <a:xfrm>
            <a:off x="310896" y="1078992"/>
            <a:ext cx="219456" cy="219456"/>
          </a:xfrm>
          <a:prstGeom prst="ellipse">
            <a:avLst/>
          </a:prstGeom>
          <a:solidFill>
            <a:srgbClr val="0065B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a:solidFill>
                  <a:srgbClr val="FFFFFF"/>
                </a:solidFill>
                <a:latin typeface="Arial"/>
              </a:rPr>
              <a:t>1</a:t>
            </a:r>
          </a:p>
        </p:txBody>
      </p:sp>
      <p:sp>
        <p:nvSpPr>
          <p:cNvPr id="6" name="TextBox 5"/>
          <p:cNvSpPr txBox="1"/>
          <p:nvPr/>
        </p:nvSpPr>
        <p:spPr>
          <a:xfrm>
            <a:off x="658368" y="1060704"/>
            <a:ext cx="8138160" cy="219456"/>
          </a:xfrm>
          <a:prstGeom prst="rect">
            <a:avLst/>
          </a:prstGeom>
          <a:noFill/>
        </p:spPr>
        <p:txBody>
          <a:bodyPr wrap="square" lIns="0" rIns="0" tIns="0" bIns="0" anchor="t">
            <a:spAutoFit/>
          </a:bodyPr>
          <a:lstStyle/>
          <a:p>
            <a:pPr algn="l"/>
            <a:r>
              <a:rPr sz="1300" b="1" i="0">
                <a:solidFill>
                  <a:srgbClr val="000000"/>
                </a:solidFill>
                <a:latin typeface="Arial"/>
              </a:rPr>
              <a:t>Three very different systems, one band</a:t>
            </a:r>
          </a:p>
        </p:txBody>
      </p:sp>
      <p:sp>
        <p:nvSpPr>
          <p:cNvPr id="7" name="TextBox 6"/>
          <p:cNvSpPr txBox="1"/>
          <p:nvPr/>
        </p:nvSpPr>
        <p:spPr>
          <a:xfrm>
            <a:off x="658368" y="1335024"/>
            <a:ext cx="8046720" cy="402336"/>
          </a:xfrm>
          <a:prstGeom prst="rect">
            <a:avLst/>
          </a:prstGeom>
          <a:noFill/>
        </p:spPr>
        <p:txBody>
          <a:bodyPr wrap="square" lIns="0" rIns="0" tIns="0" bIns="0" anchor="t">
            <a:spAutoFit/>
          </a:bodyPr>
          <a:lstStyle/>
          <a:p>
            <a:pPr algn="l">
              <a:spcAft>
                <a:spcPts val="100"/>
              </a:spcAft>
            </a:pPr>
            <a:r>
              <a:rPr sz="1000" b="0" i="0">
                <a:solidFill>
                  <a:srgbClr val="595959"/>
                </a:solidFill>
                <a:latin typeface="Arial"/>
              </a:rPr>
              <a:t>A seven-feature logistic regression, a classical signature pipeline and a HuBERT plus CNN ensemble with domain adaptation all landed within 0.036 UAR of each other.</a:t>
            </a:r>
          </a:p>
        </p:txBody>
      </p:sp>
      <p:sp>
        <p:nvSpPr>
          <p:cNvPr id="8" name="Oval 7"/>
          <p:cNvSpPr/>
          <p:nvPr/>
        </p:nvSpPr>
        <p:spPr>
          <a:xfrm>
            <a:off x="310896" y="1975103"/>
            <a:ext cx="219456" cy="219456"/>
          </a:xfrm>
          <a:prstGeom prst="ellipse">
            <a:avLst/>
          </a:prstGeom>
          <a:solidFill>
            <a:srgbClr val="0065B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a:solidFill>
                  <a:srgbClr val="FFFFFF"/>
                </a:solidFill>
                <a:latin typeface="Arial"/>
              </a:rPr>
              <a:t>2</a:t>
            </a:r>
          </a:p>
        </p:txBody>
      </p:sp>
      <p:sp>
        <p:nvSpPr>
          <p:cNvPr id="9" name="TextBox 8"/>
          <p:cNvSpPr txBox="1"/>
          <p:nvPr/>
        </p:nvSpPr>
        <p:spPr>
          <a:xfrm>
            <a:off x="658368" y="1956815"/>
            <a:ext cx="8138160" cy="219456"/>
          </a:xfrm>
          <a:prstGeom prst="rect">
            <a:avLst/>
          </a:prstGeom>
          <a:noFill/>
        </p:spPr>
        <p:txBody>
          <a:bodyPr wrap="square" lIns="0" rIns="0" tIns="0" bIns="0" anchor="t">
            <a:spAutoFit/>
          </a:bodyPr>
          <a:lstStyle/>
          <a:p>
            <a:pPr algn="l"/>
            <a:r>
              <a:rPr sz="1300" b="1" i="0">
                <a:solidFill>
                  <a:srgbClr val="000000"/>
                </a:solidFill>
                <a:latin typeface="Arial"/>
              </a:rPr>
              <a:t>Speaker-disjoint partitions transferred</a:t>
            </a:r>
          </a:p>
        </p:txBody>
      </p:sp>
      <p:sp>
        <p:nvSpPr>
          <p:cNvPr id="10" name="TextBox 9"/>
          <p:cNvSpPr txBox="1"/>
          <p:nvPr/>
        </p:nvSpPr>
        <p:spPr>
          <a:xfrm>
            <a:off x="658368" y="2231135"/>
            <a:ext cx="8046720" cy="402336"/>
          </a:xfrm>
          <a:prstGeom prst="rect">
            <a:avLst/>
          </a:prstGeom>
          <a:noFill/>
        </p:spPr>
        <p:txBody>
          <a:bodyPr wrap="square" lIns="0" rIns="0" tIns="0" bIns="0" anchor="t">
            <a:spAutoFit/>
          </a:bodyPr>
          <a:lstStyle/>
          <a:p>
            <a:pPr algn="l">
              <a:spcAft>
                <a:spcPts val="100"/>
              </a:spcAft>
            </a:pPr>
            <a:r>
              <a:rPr sz="1000" b="0" i="0">
                <a:solidFill>
                  <a:srgbClr val="595959"/>
                </a:solidFill>
                <a:latin typeface="Arial"/>
              </a:rPr>
              <a:t>Every estimate computed on a genuinely speaker-disjoint partition held up on the test set. The largest gap between development and test was 0.008.</a:t>
            </a:r>
          </a:p>
        </p:txBody>
      </p:sp>
      <p:sp>
        <p:nvSpPr>
          <p:cNvPr id="11" name="Oval 10"/>
          <p:cNvSpPr/>
          <p:nvPr/>
        </p:nvSpPr>
        <p:spPr>
          <a:xfrm>
            <a:off x="310896" y="2871216"/>
            <a:ext cx="219456" cy="219456"/>
          </a:xfrm>
          <a:prstGeom prst="ellipse">
            <a:avLst/>
          </a:prstGeom>
          <a:solidFill>
            <a:srgbClr val="0065B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a:solidFill>
                  <a:srgbClr val="FFFFFF"/>
                </a:solidFill>
                <a:latin typeface="Arial"/>
              </a:rPr>
              <a:t>3</a:t>
            </a:r>
          </a:p>
        </p:txBody>
      </p:sp>
      <p:sp>
        <p:nvSpPr>
          <p:cNvPr id="12" name="TextBox 11"/>
          <p:cNvSpPr txBox="1"/>
          <p:nvPr/>
        </p:nvSpPr>
        <p:spPr>
          <a:xfrm>
            <a:off x="658368" y="2852928"/>
            <a:ext cx="8138160" cy="219456"/>
          </a:xfrm>
          <a:prstGeom prst="rect">
            <a:avLst/>
          </a:prstGeom>
          <a:noFill/>
        </p:spPr>
        <p:txBody>
          <a:bodyPr wrap="square" lIns="0" rIns="0" tIns="0" bIns="0" anchor="t">
            <a:spAutoFit/>
          </a:bodyPr>
          <a:lstStyle/>
          <a:p>
            <a:pPr algn="l"/>
            <a:r>
              <a:rPr sz="1300" b="1" i="0">
                <a:solidFill>
                  <a:srgbClr val="000000"/>
                </a:solidFill>
                <a:latin typeface="Arial"/>
              </a:rPr>
              <a:t>Assumed disjointness did not</a:t>
            </a:r>
          </a:p>
        </p:txBody>
      </p:sp>
      <p:sp>
        <p:nvSpPr>
          <p:cNvPr id="13" name="TextBox 12"/>
          <p:cNvSpPr txBox="1"/>
          <p:nvPr/>
        </p:nvSpPr>
        <p:spPr>
          <a:xfrm>
            <a:off x="658368" y="3127248"/>
            <a:ext cx="8046720" cy="402336"/>
          </a:xfrm>
          <a:prstGeom prst="rect">
            <a:avLst/>
          </a:prstGeom>
          <a:noFill/>
        </p:spPr>
        <p:txBody>
          <a:bodyPr wrap="square" lIns="0" rIns="0" tIns="0" bIns="0" anchor="t">
            <a:spAutoFit/>
          </a:bodyPr>
          <a:lstStyle/>
          <a:p>
            <a:pPr algn="l">
              <a:spcAft>
                <a:spcPts val="100"/>
              </a:spcAft>
            </a:pPr>
            <a:r>
              <a:rPr sz="1000" b="0" i="0">
                <a:solidFill>
                  <a:srgbClr val="595959"/>
                </a:solidFill>
                <a:latin typeface="Arial"/>
              </a:rPr>
              <a:t>Every large discrepancy traced back to an internal split whose speaker-disjointness we had assumed rather than verified.</a:t>
            </a:r>
          </a:p>
        </p:txBody>
      </p:sp>
      <p:sp>
        <p:nvSpPr>
          <p:cNvPr id="14" name="Oval 13"/>
          <p:cNvSpPr/>
          <p:nvPr/>
        </p:nvSpPr>
        <p:spPr>
          <a:xfrm>
            <a:off x="310896" y="3767327"/>
            <a:ext cx="219456" cy="219456"/>
          </a:xfrm>
          <a:prstGeom prst="ellipse">
            <a:avLst/>
          </a:prstGeom>
          <a:solidFill>
            <a:srgbClr val="0065B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a:solidFill>
                  <a:srgbClr val="FFFFFF"/>
                </a:solidFill>
                <a:latin typeface="Arial"/>
              </a:rPr>
              <a:t>4</a:t>
            </a:r>
          </a:p>
        </p:txBody>
      </p:sp>
      <p:sp>
        <p:nvSpPr>
          <p:cNvPr id="15" name="TextBox 14"/>
          <p:cNvSpPr txBox="1"/>
          <p:nvPr/>
        </p:nvSpPr>
        <p:spPr>
          <a:xfrm>
            <a:off x="658368" y="3749039"/>
            <a:ext cx="8138160" cy="219456"/>
          </a:xfrm>
          <a:prstGeom prst="rect">
            <a:avLst/>
          </a:prstGeom>
          <a:noFill/>
        </p:spPr>
        <p:txBody>
          <a:bodyPr wrap="square" lIns="0" rIns="0" tIns="0" bIns="0" anchor="t">
            <a:spAutoFit/>
          </a:bodyPr>
          <a:lstStyle/>
          <a:p>
            <a:pPr algn="l"/>
            <a:r>
              <a:rPr sz="1300" b="1" i="0">
                <a:solidFill>
                  <a:srgbClr val="000000"/>
                </a:solidFill>
                <a:latin typeface="Arial"/>
              </a:rPr>
              <a:t>The constraint is subjects, not features</a:t>
            </a:r>
          </a:p>
        </p:txBody>
      </p:sp>
      <p:sp>
        <p:nvSpPr>
          <p:cNvPr id="16" name="TextBox 15"/>
          <p:cNvSpPr txBox="1"/>
          <p:nvPr/>
        </p:nvSpPr>
        <p:spPr>
          <a:xfrm>
            <a:off x="658368" y="4023359"/>
            <a:ext cx="8046720" cy="402336"/>
          </a:xfrm>
          <a:prstGeom prst="rect">
            <a:avLst/>
          </a:prstGeom>
          <a:noFill/>
        </p:spPr>
        <p:txBody>
          <a:bodyPr wrap="square" lIns="0" rIns="0" tIns="0" bIns="0" anchor="t">
            <a:spAutoFit/>
          </a:bodyPr>
          <a:lstStyle/>
          <a:p>
            <a:pPr algn="l">
              <a:spcAft>
                <a:spcPts val="100"/>
              </a:spcAft>
            </a:pPr>
            <a:r>
              <a:rPr sz="1000" b="0" i="0">
                <a:solidFill>
                  <a:srgbClr val="595959"/>
                </a:solidFill>
                <a:latin typeface="Arial"/>
              </a:rPr>
              <a:t>We tested nine feature families. At 37 cold participants the uncertainty exceeds any plausible gain from a better feature, and on a cross-sectional corpus the identity confound cannot be measured away.</a:t>
            </a:r>
          </a:p>
        </p:txBody>
      </p:sp>
    </p:spTree>
  </p:cSld>
  <p:clrMapOvr>
    <a:masterClrMapping/>
  </p:clrMapOvr>
</p:sld>
</file>

<file path=ppt/theme/theme1.xml><?xml version="1.0" encoding="utf-8"?>
<a:theme xmlns:a="http://schemas.openxmlformats.org/drawingml/2006/main" name="Titel 1">
  <a:themeElements>
    <a:clrScheme name="TUM">
      <a:dk1>
        <a:sysClr val="windowText" lastClr="000000"/>
      </a:dk1>
      <a:lt1>
        <a:sysClr val="window" lastClr="FFFFFF"/>
      </a:lt1>
      <a:dk2>
        <a:srgbClr val="0065BD"/>
      </a:dk2>
      <a:lt2>
        <a:srgbClr val="EEECE1"/>
      </a:lt2>
      <a:accent1>
        <a:srgbClr val="005293"/>
      </a:accent1>
      <a:accent2>
        <a:srgbClr val="98C6EA"/>
      </a:accent2>
      <a:accent3>
        <a:srgbClr val="64A0C8"/>
      </a:accent3>
      <a:accent4>
        <a:srgbClr val="DAD7CB"/>
      </a:accent4>
      <a:accent5>
        <a:srgbClr val="A2AD00"/>
      </a:accent5>
      <a:accent6>
        <a:srgbClr val="E37222"/>
      </a:accent6>
      <a:hlink>
        <a:srgbClr val="0000FF"/>
      </a:hlink>
      <a:folHlink>
        <a:srgbClr val="800080"/>
      </a:folHlink>
    </a:clrScheme>
    <a:fontScheme name="TUM Arial">
      <a:majorFont>
        <a:latin typeface="Arial"/>
        <a:ea typeface=""/>
        <a:cs typeface=""/>
      </a:majorFont>
      <a:minorFont>
        <a:latin typeface="Arial"/>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defPPr>
          <a:lnSpc>
            <a:spcPct val="114000"/>
          </a:lnSpc>
          <a:defRPr dirty="0"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a:lnSpc>
            <a:spcPct val="114000"/>
          </a:lnSpc>
          <a:defRPr sz="1600" dirty="0" err="1" smtClean="0">
            <a:latin typeface="+mn-lt"/>
          </a:defRPr>
        </a:defPPr>
      </a:lstStyle>
    </a:txDef>
  </a:objectDefaults>
  <a:extraClrSchemeLst/>
  <a:extLst>
    <a:ext uri="{05A4C25C-085E-4340-85A3-A5531E510DB2}">
      <thm15:themeFamily xmlns:thm15="http://schemas.microsoft.com/office/thememl/2012/main" name="Präsentation22" id="{F266FCC4-7D6D-1F4C-B467-8A21D017BCEF}" vid="{F39E7027-915F-7341-A9EA-C8CBFD2E8FA2}"/>
    </a:ext>
  </a:extLst>
</a:theme>
</file>

<file path=ppt/theme/theme2.xml><?xml version="1.0" encoding="utf-8"?>
<a:theme xmlns:a="http://schemas.openxmlformats.org/drawingml/2006/main" name="Title Blank">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itel 2">
  <a:themeElements>
    <a:clrScheme name="TUM">
      <a:dk1>
        <a:sysClr val="windowText" lastClr="000000"/>
      </a:dk1>
      <a:lt1>
        <a:sysClr val="window" lastClr="FFFFFF"/>
      </a:lt1>
      <a:dk2>
        <a:srgbClr val="0065BD"/>
      </a:dk2>
      <a:lt2>
        <a:srgbClr val="EEECE1"/>
      </a:lt2>
      <a:accent1>
        <a:srgbClr val="005293"/>
      </a:accent1>
      <a:accent2>
        <a:srgbClr val="98C6EA"/>
      </a:accent2>
      <a:accent3>
        <a:srgbClr val="64A0C8"/>
      </a:accent3>
      <a:accent4>
        <a:srgbClr val="DAD7CB"/>
      </a:accent4>
      <a:accent5>
        <a:srgbClr val="A2AD00"/>
      </a:accent5>
      <a:accent6>
        <a:srgbClr val="E37222"/>
      </a:accent6>
      <a:hlink>
        <a:srgbClr val="0000FF"/>
      </a:hlink>
      <a:folHlink>
        <a:srgbClr val="800080"/>
      </a:folHlink>
    </a:clrScheme>
    <a:fontScheme name="TUM Arial">
      <a:majorFont>
        <a:latin typeface="Arial"/>
        <a:ea typeface=""/>
        <a:cs typeface=""/>
      </a:majorFont>
      <a:minorFont>
        <a:latin typeface="Arial"/>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defPPr>
          <a:lnSpc>
            <a:spcPct val="114000"/>
          </a:lnSpc>
          <a:defRPr dirty="0"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a:lnSpc>
            <a:spcPct val="114000"/>
          </a:lnSpc>
          <a:defRPr sz="1600" dirty="0" err="1" smtClean="0">
            <a:latin typeface="+mn-lt"/>
          </a:defRPr>
        </a:defPPr>
      </a:lstStyle>
    </a:txDef>
  </a:objectDefaults>
  <a:extraClrSchemeLst/>
  <a:extLst>
    <a:ext uri="{05A4C25C-085E-4340-85A3-A5531E510DB2}">
      <thm15:themeFamily xmlns:thm15="http://schemas.microsoft.com/office/thememl/2012/main" name="Präsentation22" id="{F266FCC4-7D6D-1F4C-B467-8A21D017BCEF}" vid="{BD7862EB-E8D6-994B-BBF4-6CC3FFF92DD2}"/>
    </a:ext>
  </a:extLst>
</a:theme>
</file>

<file path=ppt/theme/theme4.xml><?xml version="1.0" encoding="utf-8"?>
<a:theme xmlns:a="http://schemas.openxmlformats.org/drawingml/2006/main" name="Titel 3">
  <a:themeElements>
    <a:clrScheme name="TUM">
      <a:dk1>
        <a:sysClr val="windowText" lastClr="000000"/>
      </a:dk1>
      <a:lt1>
        <a:sysClr val="window" lastClr="FFFFFF"/>
      </a:lt1>
      <a:dk2>
        <a:srgbClr val="0065BD"/>
      </a:dk2>
      <a:lt2>
        <a:srgbClr val="EEECE1"/>
      </a:lt2>
      <a:accent1>
        <a:srgbClr val="005293"/>
      </a:accent1>
      <a:accent2>
        <a:srgbClr val="98C6EA"/>
      </a:accent2>
      <a:accent3>
        <a:srgbClr val="64A0C8"/>
      </a:accent3>
      <a:accent4>
        <a:srgbClr val="DAD7CB"/>
      </a:accent4>
      <a:accent5>
        <a:srgbClr val="A2AD00"/>
      </a:accent5>
      <a:accent6>
        <a:srgbClr val="E37222"/>
      </a:accent6>
      <a:hlink>
        <a:srgbClr val="0000FF"/>
      </a:hlink>
      <a:folHlink>
        <a:srgbClr val="800080"/>
      </a:folHlink>
    </a:clrScheme>
    <a:fontScheme name="TUM Arial">
      <a:majorFont>
        <a:latin typeface="Arial"/>
        <a:ea typeface=""/>
        <a:cs typeface=""/>
      </a:majorFont>
      <a:minorFont>
        <a:latin typeface="Arial"/>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defPPr>
          <a:lnSpc>
            <a:spcPct val="114000"/>
          </a:lnSpc>
          <a:defRPr dirty="0"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a:lnSpc>
            <a:spcPct val="114000"/>
          </a:lnSpc>
          <a:defRPr sz="1600" dirty="0" err="1" smtClean="0">
            <a:latin typeface="+mn-lt"/>
          </a:defRPr>
        </a:defPPr>
      </a:lstStyle>
    </a:txDef>
  </a:objectDefaults>
  <a:extraClrSchemeLst/>
  <a:extLst>
    <a:ext uri="{05A4C25C-085E-4340-85A3-A5531E510DB2}">
      <thm15:themeFamily xmlns:thm15="http://schemas.microsoft.com/office/thememl/2012/main" name="Präsentation22" id="{F266FCC4-7D6D-1F4C-B467-8A21D017BCEF}" vid="{16AD8073-F55B-9144-802C-46456E9E217B}"/>
    </a:ext>
  </a:extLst>
</a:theme>
</file>

<file path=ppt/theme/theme5.xml><?xml version="1.0" encoding="utf-8"?>
<a:theme xmlns:a="http://schemas.openxmlformats.org/drawingml/2006/main" name="Inhalt">
  <a:themeElements>
    <a:clrScheme name="TUM">
      <a:dk1>
        <a:sysClr val="windowText" lastClr="000000"/>
      </a:dk1>
      <a:lt1>
        <a:sysClr val="window" lastClr="FFFFFF"/>
      </a:lt1>
      <a:dk2>
        <a:srgbClr val="003359"/>
      </a:dk2>
      <a:lt2>
        <a:srgbClr val="0065BD"/>
      </a:lt2>
      <a:accent1>
        <a:srgbClr val="005293"/>
      </a:accent1>
      <a:accent2>
        <a:srgbClr val="64A0C8"/>
      </a:accent2>
      <a:accent3>
        <a:srgbClr val="98C6EA"/>
      </a:accent3>
      <a:accent4>
        <a:srgbClr val="A2AD00"/>
      </a:accent4>
      <a:accent5>
        <a:srgbClr val="E37222"/>
      </a:accent5>
      <a:accent6>
        <a:srgbClr val="DAD7CB"/>
      </a:accent6>
      <a:hlink>
        <a:srgbClr val="0000FF"/>
      </a:hlink>
      <a:folHlink>
        <a:srgbClr val="800080"/>
      </a:folHlink>
    </a:clrScheme>
    <a:fontScheme name="TUM Arial">
      <a:majorFont>
        <a:latin typeface="Arial"/>
        <a:ea typeface=""/>
        <a:cs typeface=""/>
      </a:majorFont>
      <a:minorFont>
        <a:latin typeface="Arial"/>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defPPr>
          <a:lnSpc>
            <a:spcPct val="114000"/>
          </a:lnSpc>
          <a:defRPr dirty="0"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a:lnSpc>
            <a:spcPct val="114000"/>
          </a:lnSpc>
          <a:defRPr sz="1600" dirty="0" err="1" smtClean="0">
            <a:latin typeface="+mn-lt"/>
          </a:defRPr>
        </a:defPPr>
      </a:lstStyle>
    </a:txDef>
  </a:objectDefaults>
  <a:extraClrSchemeLst/>
  <a:extLst>
    <a:ext uri="{05A4C25C-085E-4340-85A3-A5531E510DB2}">
      <thm15:themeFamily xmlns:thm15="http://schemas.microsoft.com/office/thememl/2012/main" name="Präsentation22" id="{F266FCC4-7D6D-1F4C-B467-8A21D017BCEF}" vid="{741D405E-8307-9B40-9F97-3F5DAC837EF3}"/>
    </a:ext>
  </a:extLst>
</a:theme>
</file>

<file path=ppt/theme/theme6.xml><?xml version="1.0" encoding="utf-8"?>
<a:theme xmlns:a="http://schemas.openxmlformats.org/drawingml/2006/main" name="Kapiteltrenner blau">
  <a:themeElements>
    <a:clrScheme name="TUM">
      <a:dk1>
        <a:sysClr val="windowText" lastClr="000000"/>
      </a:dk1>
      <a:lt1>
        <a:sysClr val="window" lastClr="FFFFFF"/>
      </a:lt1>
      <a:dk2>
        <a:srgbClr val="0065BD"/>
      </a:dk2>
      <a:lt2>
        <a:srgbClr val="EEECE1"/>
      </a:lt2>
      <a:accent1>
        <a:srgbClr val="005293"/>
      </a:accent1>
      <a:accent2>
        <a:srgbClr val="98C6EA"/>
      </a:accent2>
      <a:accent3>
        <a:srgbClr val="64A0C8"/>
      </a:accent3>
      <a:accent4>
        <a:srgbClr val="DAD7CB"/>
      </a:accent4>
      <a:accent5>
        <a:srgbClr val="A2AD00"/>
      </a:accent5>
      <a:accent6>
        <a:srgbClr val="E37222"/>
      </a:accent6>
      <a:hlink>
        <a:srgbClr val="0000FF"/>
      </a:hlink>
      <a:folHlink>
        <a:srgbClr val="800080"/>
      </a:folHlink>
    </a:clrScheme>
    <a:fontScheme name="TUM Arial">
      <a:majorFont>
        <a:latin typeface="Arial"/>
        <a:ea typeface=""/>
        <a:cs typeface=""/>
      </a:majorFont>
      <a:minorFont>
        <a:latin typeface="Arial"/>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defPPr>
          <a:lnSpc>
            <a:spcPct val="114000"/>
          </a:lnSpc>
          <a:defRPr dirty="0"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a:lnSpc>
            <a:spcPct val="114000"/>
          </a:lnSpc>
          <a:defRPr sz="1600" dirty="0" err="1" smtClean="0">
            <a:latin typeface="+mn-lt"/>
          </a:defRPr>
        </a:defPPr>
      </a:lstStyle>
    </a:txDef>
  </a:objectDefaults>
  <a:extraClrSchemeLst/>
  <a:extLst>
    <a:ext uri="{05A4C25C-085E-4340-85A3-A5531E510DB2}">
      <thm15:themeFamily xmlns:thm15="http://schemas.microsoft.com/office/thememl/2012/main" name="Präsentation22" id="{F266FCC4-7D6D-1F4C-B467-8A21D017BCEF}" vid="{4BFAB656-7532-6C41-9541-858AFF7D6765}"/>
    </a:ext>
  </a:extLst>
</a:theme>
</file>

<file path=ppt/theme/theme7.xml><?xml version="1.0" encoding="utf-8"?>
<a:theme xmlns:a="http://schemas.openxmlformats.org/drawingml/2006/main" name="Kapiteltrenner schwarz">
  <a:themeElements>
    <a:clrScheme name="TUM">
      <a:dk1>
        <a:sysClr val="windowText" lastClr="000000"/>
      </a:dk1>
      <a:lt1>
        <a:sysClr val="window" lastClr="FFFFFF"/>
      </a:lt1>
      <a:dk2>
        <a:srgbClr val="0065BD"/>
      </a:dk2>
      <a:lt2>
        <a:srgbClr val="EEECE1"/>
      </a:lt2>
      <a:accent1>
        <a:srgbClr val="005293"/>
      </a:accent1>
      <a:accent2>
        <a:srgbClr val="98C6EA"/>
      </a:accent2>
      <a:accent3>
        <a:srgbClr val="64A0C8"/>
      </a:accent3>
      <a:accent4>
        <a:srgbClr val="DAD7CB"/>
      </a:accent4>
      <a:accent5>
        <a:srgbClr val="A2AD00"/>
      </a:accent5>
      <a:accent6>
        <a:srgbClr val="E37222"/>
      </a:accent6>
      <a:hlink>
        <a:srgbClr val="0000FF"/>
      </a:hlink>
      <a:folHlink>
        <a:srgbClr val="800080"/>
      </a:folHlink>
    </a:clrScheme>
    <a:fontScheme name="TUM Arial">
      <a:majorFont>
        <a:latin typeface="Arial"/>
        <a:ea typeface=""/>
        <a:cs typeface=""/>
      </a:majorFont>
      <a:minorFont>
        <a:latin typeface="Arial"/>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defPPr>
          <a:lnSpc>
            <a:spcPct val="114000"/>
          </a:lnSpc>
          <a:defRPr dirty="0"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a:lnSpc>
            <a:spcPct val="114000"/>
          </a:lnSpc>
          <a:defRPr sz="1600" dirty="0" err="1" smtClean="0">
            <a:latin typeface="+mn-lt"/>
          </a:defRPr>
        </a:defPPr>
      </a:lstStyle>
    </a:txDef>
  </a:objectDefaults>
  <a:extraClrSchemeLst/>
  <a:extLst>
    <a:ext uri="{05A4C25C-085E-4340-85A3-A5531E510DB2}">
      <thm15:themeFamily xmlns:thm15="http://schemas.microsoft.com/office/thememl/2012/main" name="Präsentation22" id="{F266FCC4-7D6D-1F4C-B467-8A21D017BCEF}" vid="{A724F04A-1212-AA4C-B6F1-157BE88DDFD7}"/>
    </a:ext>
  </a:extLst>
</a:theme>
</file>

<file path=ppt/theme/theme8.xml><?xml version="1.0" encoding="utf-8"?>
<a:theme xmlns:a="http://schemas.openxmlformats.org/drawingml/2006/main" name="Larissa-Design">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9.xml><?xml version="1.0" encoding="utf-8"?>
<a:theme xmlns:a="http://schemas.openxmlformats.org/drawingml/2006/main" name="Larissa-Design">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TUM_Praesentation_p_v1_16-9 (5)</Template>
  <TotalTime>263</TotalTime>
  <Words>1084</Words>
  <Application>Microsoft Office PowerPoint</Application>
  <PresentationFormat>On-screen Show (16:9)</PresentationFormat>
  <Paragraphs>150</Paragraphs>
  <Slides>27</Slides>
  <Notes>1</Notes>
  <HiddenSlides>0</HiddenSlides>
  <MMClips>0</MMClips>
  <ScaleCrop>false</ScaleCrop>
  <HeadingPairs>
    <vt:vector size="6" baseType="variant">
      <vt:variant>
        <vt:lpstr>Fonts Used</vt:lpstr>
      </vt:variant>
      <vt:variant>
        <vt:i4>5</vt:i4>
      </vt:variant>
      <vt:variant>
        <vt:lpstr>Theme</vt:lpstr>
      </vt:variant>
      <vt:variant>
        <vt:i4>7</vt:i4>
      </vt:variant>
      <vt:variant>
        <vt:lpstr>Slide Titles</vt:lpstr>
      </vt:variant>
      <vt:variant>
        <vt:i4>27</vt:i4>
      </vt:variant>
    </vt:vector>
  </HeadingPairs>
  <TitlesOfParts>
    <vt:vector size="39" baseType="lpstr">
      <vt:lpstr>Arial</vt:lpstr>
      <vt:lpstr>Calibri</vt:lpstr>
      <vt:lpstr>Courier New</vt:lpstr>
      <vt:lpstr>Symbol</vt:lpstr>
      <vt:lpstr>Wingdings</vt:lpstr>
      <vt:lpstr>Titel 1</vt:lpstr>
      <vt:lpstr>Title Blank</vt:lpstr>
      <vt:lpstr>Titel 2</vt:lpstr>
      <vt:lpstr>Titel 3</vt:lpstr>
      <vt:lpstr>Inhalt</vt:lpstr>
      <vt:lpstr>Kapiteltrenner blau</vt:lpstr>
      <vt:lpstr>Kapiteltrenner schwarz</vt:lpstr>
      <vt:lpstr>PowerPoint Presentation</vt:lpstr>
      <vt:lpstr>PowerPoint Presentation</vt:lpstr>
      <vt:lpstr>PowerPoint Presentation</vt:lpstr>
      <vt:lpstr>PowerPoint Presentation</vt:lpstr>
      <vt:lpstr>PowerPoint Presentation</vt:lpstr>
      <vt:lpstr>Title Page</vt:lpstr>
      <vt:lpstr>Contents</vt:lpstr>
      <vt:lpstr>Slide Master</vt:lpstr>
      <vt:lpstr>Gültigkeit der Masterfolien</vt:lpstr>
      <vt:lpstr>Grundlage der Masterfolien</vt:lpstr>
      <vt:lpstr>Schrift</vt:lpstr>
      <vt:lpstr>Farben</vt:lpstr>
      <vt:lpstr>Texte</vt:lpstr>
      <vt:lpstr>Bilder - Allgemein</vt:lpstr>
      <vt:lpstr>Aufzählung</vt:lpstr>
      <vt:lpstr>Bilder</vt:lpstr>
      <vt:lpstr>Bilder</vt:lpstr>
      <vt:lpstr>Bilder</vt:lpstr>
      <vt:lpstr>Bilder</vt:lpstr>
      <vt:lpstr>Bilder</vt:lpstr>
      <vt:lpstr>Nicht formatfüllende Bilder</vt:lpstr>
      <vt:lpstr>Bilder Format füllend - maximale Bildgröße</vt:lpstr>
      <vt:lpstr>Nicht Format füllende Bilder</vt:lpstr>
      <vt:lpstr>Tabelle – Beispiel 1</vt:lpstr>
      <vt:lpstr>Tabelle – Beispiel 2</vt:lpstr>
      <vt:lpstr>Diagramme – Beispiel 1</vt:lpstr>
      <vt:lpstr>Diagramme</vt:lpstr>
    </vt:vector>
  </TitlesOfParts>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Wei Tian</dc:creator>
  <cp:lastModifiedBy>Wei Tian</cp:lastModifiedBy>
  <cp:revision>10</cp:revision>
  <cp:lastPrinted>2015-07-30T14:04:45Z</cp:lastPrinted>
  <dcterms:created xsi:type="dcterms:W3CDTF">2020-10-03T23:03:33Z</dcterms:created>
  <dcterms:modified xsi:type="dcterms:W3CDTF">2022-10-26T18:06:39Z</dcterms:modified>
</cp:coreProperties>
</file>